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83A"/>
    <a:srgbClr val="4F68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6980"/>
    <p:restoredTop sz="94660"/>
  </p:normalViewPr>
  <p:slideViewPr>
    <p:cSldViewPr snapToGrid="0">
      <p:cViewPr varScale="1">
        <p:scale>
          <a:sx d="100" n="60"/>
          <a:sy d="100" n="60"/>
        </p:scale>
        <p:origin x="764" y="56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A8CCF6-F57A-42B5-ECBC-B5D1C9B01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oundRect">
            <a:avLst/>
          </a:prstGeom>
          <a:solidFill>
            <a:srgbClr val="00883A"/>
          </a:solidFill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CB92922-5421-ED0A-332E-7B0368BD0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510323-3C9D-11E8-A2A5-C4CEB6AFA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F487F3-D504-6FB3-7DB3-3FF45D2C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24000" y="6356350"/>
            <a:ext cx="2231254" cy="365125"/>
          </a:xfrm>
        </p:spPr>
        <p:txBody>
          <a:bodyPr/>
          <a:lstStyle>
            <a:lvl1pPr algn="l">
              <a:defRPr/>
            </a:lvl1pPr>
          </a:lstStyle>
          <a:p>
            <a:fld id="{8B250AD1-D749-4DA0-AC4A-500BF02A1CF6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9" name="Grafik 8" descr="Ein Bild, das Text, Schrift, Logo, Grafiken enthält.&#10;&#10;KI-generierte Inhalte können fehlerhaft sein.">
            <a:extLst>
              <a:ext uri="{FF2B5EF4-FFF2-40B4-BE49-F238E27FC236}">
                <a16:creationId xmlns:a16="http://schemas.microsoft.com/office/drawing/2014/main" id="{B437853F-CA93-9AE7-9710-84A4DAA2EE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434" y="6428181"/>
            <a:ext cx="1091954" cy="34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475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D58E66-C3AC-4E3C-F75B-4EED53F80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D7E480-32AD-8371-070E-ADF49C060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7BCD7B-94D4-3091-32CB-E1EB06F39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D41A93-A5ED-6A2E-88C5-08A30FE02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200" y="6342972"/>
            <a:ext cx="2743200" cy="365125"/>
          </a:xfrm>
        </p:spPr>
        <p:txBody>
          <a:bodyPr/>
          <a:lstStyle/>
          <a:p>
            <a:fld id="{8B250AD1-D749-4DA0-AC4A-500BF02A1CF6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089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661C30-919D-CBBC-C437-3EB22D7CB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190F83-FA10-6325-CB2B-81D5C4324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AEEC87B-E3E2-3603-400C-FFA9FD230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6EE1A3-6D65-4B66-AFB1-DA7FFD39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1850" y="6356349"/>
            <a:ext cx="2743200" cy="365125"/>
          </a:xfrm>
        </p:spPr>
        <p:txBody>
          <a:bodyPr/>
          <a:lstStyle/>
          <a:p>
            <a:fld id="{8B250AD1-D749-4DA0-AC4A-500BF02A1CF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464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FE429B-240B-9B81-ABC8-83E3CC852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2852E9-E569-ADFA-2899-01F5F91BE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1550CCF-9313-CC28-2590-DCA26985A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A47D34-A95B-DFB1-9948-AF368AB45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070A87-E342-0FD1-0431-8F1776EAD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50AD1-D749-4DA0-AC4A-500BF02A1CF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09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105E4-6F54-4705-ACEB-0CB091FA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E1F40F4-D4E2-D691-E035-9CC4C6F7D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20A8A89-DF95-8A45-D2FF-45A70B7816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33AE4CA-07D5-CFAA-230F-03CABBAE57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8F041F6-BE10-71A9-0959-2B42E2046C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EE19061-296C-8711-B26D-69C68C7D8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33DF354-3606-DC27-BE81-F12416B74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788" y="6356349"/>
            <a:ext cx="2743200" cy="365125"/>
          </a:xfrm>
        </p:spPr>
        <p:txBody>
          <a:bodyPr/>
          <a:lstStyle/>
          <a:p>
            <a:fld id="{8B250AD1-D749-4DA0-AC4A-500BF02A1CF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32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F5EA8C9-78ED-A058-2796-7C4EA4F7EC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8E3756-62D3-4A5B-81A9-A38E252C8A3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BAF4F9E-3FD4-3989-9A27-EEE4D9EF0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C76D7C-DA52-2EC4-A5D3-8C0504747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50AD1-D749-4DA0-AC4A-500BF02A1CF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92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C02DB4-53F7-381D-0681-92FDED50E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EFE58B-F259-AEEF-D048-DDB40A72F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2CC977F-5CE5-02EF-48D6-C4C7EAC9D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A6B5DDB-FBB2-1F7F-F15A-9134CC72E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LMU Open Science Center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5FD523-904C-0711-1CA0-9F39E4DB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788" y="6356349"/>
            <a:ext cx="2743200" cy="365125"/>
          </a:xfrm>
        </p:spPr>
        <p:txBody>
          <a:bodyPr/>
          <a:lstStyle/>
          <a:p>
            <a:fld id="{8B250AD1-D749-4DA0-AC4A-500BF02A1CF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945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media/image1.jpg" Type="http://schemas.openxmlformats.org/officeDocument/2006/relationships/imag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7B51715-B9F2-1A39-D5BA-0FC6F0BE7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oundRect">
            <a:avLst/>
          </a:prstGeom>
          <a:solidFill>
            <a:srgbClr val="00883A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de-DE"/>
              <a:t>Mastertitelformat bearbeiten</a:t>
            </a:r>
            <a:endParaRPr dirty="0"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DFB7E4-A001-1A98-2FE0-932D9A56D3E1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BED59B-3F54-9B1B-CA78-F96C4B0DDA08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dirty="0" lang="en-US"/>
              <a:t>LMU Open Science Center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E4BBC5-4746-0188-6FDA-3394CE8B2FA9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250AD1-D749-4DA0-AC4A-500BF02A1CF6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descr="Ein Bild, das Text, Schrift, Logo, Grafiken enthält.  KI-generierte Inhalte können fehlerhaft sein." id="7" name="Grafik 6">
            <a:extLst>
              <a:ext uri="{FF2B5EF4-FFF2-40B4-BE49-F238E27FC236}">
                <a16:creationId xmlns:a16="http://schemas.microsoft.com/office/drawing/2014/main" id="{171BA0CE-895E-0319-6294-42727D9B83E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434" y="6428181"/>
            <a:ext cx="1091954" cy="34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071100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A8CCF6-F57A-42B5-ECBC-B5D1C9B01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oundRect">
            <a:avLst/>
          </a:prstGeom>
          <a:solidFill>
            <a:srgbClr val="00883A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Template Slides: Title of Submodule - pptx version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CB92922-5421-ED0A-332E-7B0368BD017E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Author</a:t>
            </a:r>
          </a:p>
        </p:txBody>
      </p:sp>
      <p:sp/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D58E66-C3AC-4E3C-F75B-4EED53F80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D7E480-32AD-8371-070E-ADF49C060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Hello</a:t>
            </a:r>
          </a:p>
          <a:p>
            <a:pPr lvl="0"/>
            <a:r>
              <a:rPr/>
              <a:t>This is a test.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D58E66-C3AC-4E3C-F75B-4EED53F80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D7E480-32AD-8371-070E-ADF49C060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Slide 2 content</a:t>
            </a:r>
          </a:p>
          <a:p>
            <a:pPr lvl="0" indent="0" marL="0">
              <a:buNone/>
            </a:pPr>
            <a:r>
              <a:rPr/>
              <a:t>–&gt;   </a:t>
            </a:r>
          </a:p>
          <a:p>
            <a:pPr lvl="0" indent="0" marL="0">
              <a:buNone/>
            </a:pPr>
            <a:r>
              <a:rPr/>
              <a:t>–&gt; </a:t>
            </a:r>
          </a:p>
          <a:p>
            <a:pPr lvl="0" indent="0" marL="0">
              <a:buNone/>
            </a:pPr>
            <a:r>
              <a:rPr/>
              <a:t>–&gt; </a:t>
            </a:r>
          </a:p>
          <a:p>
            <a:pPr lvl="0" indent="0" marL="0">
              <a:buNone/>
            </a:pPr>
            <a:r>
              <a:rPr/>
              <a:t>–&gt; </a:t>
            </a:r>
          </a:p>
          <a:p>
            <a:pPr lvl="0" indent="0" marL="0">
              <a:buNone/>
            </a:pPr>
            <a:r>
              <a:rPr/>
              <a:t>–&gt;               </a:t>
            </a:r>
          </a:p>
        </p:txBody>
      </p:sp>
    </p:spTree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Slides: Title of Submodule - pptx version</dc:title>
  <dc:creator>Author</dc:creator>
  <cp:keywords/>
  <dcterms:created xsi:type="dcterms:W3CDTF">2025-08-04T08:18:30Z</dcterms:created>
  <dcterms:modified xsi:type="dcterms:W3CDTF">2025-08-04T08:18:30Z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04/08/2025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