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80"/>
          <a:sy d="100" n="80"/>
        </p:scale>
        <p:origin x="808" y="5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oundRect">
            <a:avLst/>
          </a:prstGeom>
          <a:solidFill>
            <a:srgbClr val="00883A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 Slides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Hello world!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Still working?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Bildschirmpräsentation (16:9)</PresentationFormat>
  <Paragraphs>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Test Slides</vt:lpstr>
      <vt:lpstr>Slide 1</vt:lpstr>
      <vt:lpstr>Slide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Slides</dc:title>
  <dc:creator/>
  <cp:keywords/>
  <dcterms:created xsi:type="dcterms:W3CDTF">2025-08-04T08:46:28Z</dcterms:created>
  <dcterms:modified xsi:type="dcterms:W3CDTF">2025-08-04T08:46:28Z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