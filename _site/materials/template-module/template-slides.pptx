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notesMaster" Target="notesMasters/notesMaster1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26/06/2025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template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2025-06-26T15:15:47Z</dcterms:created>
  <dcterms:modified xsi:type="dcterms:W3CDTF">2025-06-26T15:15:47Z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26/06/2025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