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8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80"/>
          <a:sy d="100" n="80"/>
        </p:scale>
        <p:origin x="808" y="5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notesMaster" Target="notesMasters/notes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9" Type="http://schemas.openxmlformats.org/officeDocument/2006/relationships/viewProps" Target="viewProps.xml" /><Relationship Id="rId48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jp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oundRect">
            <a:avLst/>
          </a:prstGeom>
          <a:solidFill>
            <a:srgbClr val="00883A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43865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descr="Ein Bild, das Text, Schrift, Logo, Grafiken enthält.  KI-generierte Inhalte können fehlerhaft sein." id="8" name="Grafik 7">
            <a:extLst>
              <a:ext uri="{FF2B5EF4-FFF2-40B4-BE49-F238E27FC236}">
                <a16:creationId xmlns:a16="http://schemas.microsoft.com/office/drawing/2014/main" id="{34996537-AF38-07F3-EFB9-F03F1650988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200818" y="4800599"/>
            <a:ext cx="861830" cy="27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 - pptx version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04/08/2025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from previous submodule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we start: Survey time!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 of survey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are we 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terms and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of submodule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Submodule 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Pre-break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Post-break survey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exercises on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Design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Relevance and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Take-home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conclude: Survey time!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 of survey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Pedagogical add-on tools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Additional literature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 with example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text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 “This is a quote”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Figure with caption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Figure with bullet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Side-by-side figures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Two-column text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 Vivamus lacinia odio vitae vestibulum vestibulum. 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 Ut enim ad minim veniam, quis nostrud exercitation ullamco laboris.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Three-column text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 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 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Task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Embedding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Code blocks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template-slides-pptx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Attribution and license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attribution (for previous slide)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Bildschirmpräsentation (16:9)</PresentationFormat>
  <Paragraphs>6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Test Slides</vt:lpstr>
      <vt:lpstr>Slide 1</vt:lpstr>
      <vt:lpstr>Slide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 - pptx version</dc:title>
  <dc:creator>Author</dc:creator>
  <cp:keywords/>
  <dcterms:created xsi:type="dcterms:W3CDTF">2025-08-04T09:15:26Z</dcterms:created>
  <dcterms:modified xsi:type="dcterms:W3CDTF">2025-08-04T09:15:26Z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04/08/2025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