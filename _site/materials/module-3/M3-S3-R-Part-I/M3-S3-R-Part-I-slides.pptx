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notesMaster" Target="notesMasters/notes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26/06/2025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3-S3-R-Part-I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Submodule</dc:title>
  <dc:creator>Author</dc:creator>
  <cp:keywords/>
  <dcterms:created xsi:type="dcterms:W3CDTF">2025-06-26T15:14:50Z</dcterms:created>
  <dcterms:modified xsi:type="dcterms:W3CDTF">2025-06-26T15:14:50Z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26/06/2025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