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Preregistration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2-S0-Module-Int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Preregistration</dc:title>
  <dc:creator>Author</dc:creator>
  <cp:keywords/>
  <dcterms:created xsi:type="dcterms:W3CDTF">2025-08-13T09:43:55Z</dcterms:created>
  <dcterms:modified xsi:type="dcterms:W3CDTF">2025-08-13T09:43:55Z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