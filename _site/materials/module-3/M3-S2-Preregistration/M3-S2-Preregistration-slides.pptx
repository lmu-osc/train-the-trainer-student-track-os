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notesMaster" Target="notesMasters/notesMaster1.xml" /><Relationship Id="rId51" Type="http://schemas.openxmlformats.org/officeDocument/2006/relationships/viewProps" Target="viewProps.xml" /><Relationship Id="rId5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3" Type="http://schemas.openxmlformats.org/officeDocument/2006/relationships/tableStyles" Target="tableStyles.xml" /><Relationship Id="rId5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Preregistration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exercises on topic</a:t>
            </a:r>
          </a:p>
          <a:p>
            <a:pPr lvl="0"/>
            <a:r>
              <a:rPr b="1"/>
              <a:t>Aim</a:t>
            </a:r>
            <a:r>
              <a:rPr/>
              <a:t>: Design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3-S2-Preregistration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Preregistration</dc:title>
  <dc:creator>Author</dc:creator>
  <cp:keywords/>
  <dcterms:created xsi:type="dcterms:W3CDTF">2025-08-13T09:29:15Z</dcterms:created>
  <dcterms:modified xsi:type="dcterms:W3CDTF">2025-08-13T09:29:15Z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13/08/2025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