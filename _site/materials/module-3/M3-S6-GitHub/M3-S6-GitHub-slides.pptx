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notesMaster" Target="notesMasters/notesMaster1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3-S6-GitHub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2025-08-13T09:45:11Z</dcterms:created>
  <dcterms:modified xsi:type="dcterms:W3CDTF">2025-08-13T09:45:11Z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