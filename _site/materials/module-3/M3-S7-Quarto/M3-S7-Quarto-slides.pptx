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7-Quart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2025-08-13T09:30:42Z</dcterms:created>
  <dcterms:modified xsi:type="dcterms:W3CDTF">2025-08-13T09:30:42Z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