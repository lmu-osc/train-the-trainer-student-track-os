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notesMaster" Target="notesMasters/notesMaster1.xml" /><Relationship Id="rId51" Type="http://schemas.openxmlformats.org/officeDocument/2006/relationships/viewProps" Target="viewProps.xml" /><Relationship Id="rId5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3" Type="http://schemas.openxmlformats.org/officeDocument/2006/relationships/tableStyles" Target="tableStyles.xml" /><Relationship Id="rId52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Template Slides: Title of Submodule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13/08/2025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/>
            <a:r>
              <a:rPr b="1"/>
              <a:t>Conceptualization</a:t>
            </a:r>
            <a:r>
              <a:rPr/>
              <a:t>: Ideas; formulation or evolution of overarching research goals and aims</a:t>
            </a:r>
          </a:p>
          <a:p>
            <a:pPr lvl="0"/>
            <a:r>
              <a:rPr b="1"/>
              <a:t>Methodology</a:t>
            </a:r>
            <a:r>
              <a:rPr/>
              <a:t>: Development or design of methodology; creation of models</a:t>
            </a:r>
          </a:p>
          <a:p>
            <a:pPr lvl="0"/>
            <a:r>
              <a:rPr b="1"/>
              <a:t>Software</a:t>
            </a:r>
            <a:r>
              <a:rPr/>
              <a:t> : Programming, software development; designing computer programs; implementation of the computer code and supporting algorithms; testing of existing code components</a:t>
            </a:r>
          </a:p>
          <a:p>
            <a:pPr lvl="0"/>
            <a:r>
              <a:rPr b="1"/>
              <a:t>Validation</a:t>
            </a:r>
            <a:r>
              <a:rPr/>
              <a:t>: Verification, whether as a part of the activity or separate, of the overall replication/ reproducibility of results/experiments and other research outputs</a:t>
            </a:r>
          </a:p>
          <a:p>
            <a:pPr lvl="0"/>
            <a:r>
              <a:rPr b="1"/>
              <a:t>Formal analysis</a:t>
            </a:r>
            <a:r>
              <a:rPr/>
              <a:t>: Application of statistical, mathematical, computational, or other formal techniques to analyze or synthesize study data</a:t>
            </a:r>
          </a:p>
          <a:p>
            <a:pPr lvl="0"/>
            <a:r>
              <a:rPr b="1"/>
              <a:t>Investigation</a:t>
            </a:r>
            <a:r>
              <a:rPr/>
              <a:t>: Conducting a research and investigation process, specifically performing the experiments, or data/evidence collection</a:t>
            </a:r>
          </a:p>
          <a:p>
            <a:pPr lvl="0"/>
            <a:r>
              <a:rPr b="1"/>
              <a:t>Resources</a:t>
            </a:r>
            <a:r>
              <a:rPr/>
              <a:t>: Provision of study materials, reagents, materials, patients, laboratory samples, animals, instrumentation, computing resources, or other analysis tools</a:t>
            </a:r>
          </a:p>
          <a:p>
            <a:pPr lvl="0"/>
            <a:r>
              <a:rPr b="1"/>
              <a:t>Data Curation</a:t>
            </a:r>
            <a:r>
              <a:rPr/>
              <a:t>: Management activities to annotate (produce metadata), scrub data and maintain research data (including software code, where it is necessary for interpreting the data itself) for initial use and later reuse</a:t>
            </a:r>
          </a:p>
          <a:p>
            <a:pPr lvl="0"/>
            <a:r>
              <a:rPr b="1"/>
              <a:t>Writing - Original Draft</a:t>
            </a:r>
            <a:r>
              <a:rPr/>
              <a:t>: Preparation, creation and/or presentation of the published work, specifically writing the initial draft (including substantive translation)</a:t>
            </a:r>
          </a:p>
          <a:p>
            <a:pPr lvl="0"/>
            <a:r>
              <a:rPr b="1"/>
              <a:t>Writing - Review &amp; Editing</a:t>
            </a:r>
            <a:r>
              <a:rPr/>
              <a:t>: Preparation, creation and/or presentation of the published work by those from the original research group, specifically critical review, commentary or revision – including pre-or postpublication stages</a:t>
            </a:r>
          </a:p>
          <a:p>
            <a:pPr lvl="0"/>
            <a:r>
              <a:rPr b="1"/>
              <a:t>Visualization</a:t>
            </a:r>
            <a:r>
              <a:rPr/>
              <a:t>: Preparation, creation and/or presentation of the published work, specifically visualization/ data presentation</a:t>
            </a:r>
          </a:p>
          <a:p>
            <a:pPr lvl="0"/>
            <a:r>
              <a:rPr b="1"/>
              <a:t>Supervision</a:t>
            </a:r>
            <a:r>
              <a:rPr/>
              <a:t>: Oversight and leadership responsibility for the research activity planning and execution, including mentorship external to the core team</a:t>
            </a:r>
          </a:p>
          <a:p>
            <a:pPr lvl="0"/>
            <a:r>
              <a:rPr b="1"/>
              <a:t>Project administration</a:t>
            </a:r>
            <a:r>
              <a:rPr/>
              <a:t>: Management and coordination responsibility for the research activity planning and execution</a:t>
            </a:r>
          </a:p>
          <a:p>
            <a:pPr lvl="0"/>
            <a:r>
              <a:rPr b="1"/>
              <a:t>Funding acquisition</a:t>
            </a:r>
            <a:r>
              <a:rPr/>
              <a:t>: Acquisition of the financial support for the project leading to this publication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Prerequisites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2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exercises on topic</a:t>
            </a:r>
          </a:p>
          <a:p>
            <a:pPr lvl="0"/>
            <a:r>
              <a:rPr b="1"/>
              <a:t>Aim</a:t>
            </a:r>
            <a:r>
              <a:rPr/>
              <a:t>: Design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M3-S7-Quarto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Slides: Title of Submodule</dc:title>
  <dc:creator>Author</dc:creator>
  <cp:keywords/>
  <dcterms:created xsi:type="dcterms:W3CDTF">2025-08-13T09:45:31Z</dcterms:created>
  <dcterms:modified xsi:type="dcterms:W3CDTF">2025-08-13T09:45:31Z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13/08/2025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