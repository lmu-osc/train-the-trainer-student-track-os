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notesMaster" Target="notesMasters/notesMaster1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28/08/2025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1-Zoter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2025-08-28T08:38:59Z</dcterms:created>
  <dcterms:modified xsi:type="dcterms:W3CDTF">2025-08-28T08:38:59Z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28/08/2025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