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Collaborative Coding with GitHub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Elizabeth Waterfield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5-GitHub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Collaborative Coding with GitHub</dc:title>
  <dc:creator>Elizabeth Waterfield</dc:creator>
  <cp:keywords/>
  <dcterms:created xsi:type="dcterms:W3CDTF">2025-08-20T09:29:57Z</dcterms:created>
  <dcterms:modified xsi:type="dcterms:W3CDTF">2025-08-20T09:29:57Z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