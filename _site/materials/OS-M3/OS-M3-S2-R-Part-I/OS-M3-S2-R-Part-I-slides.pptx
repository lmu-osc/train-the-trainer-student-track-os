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21/08/2025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2025-08-21T12:22:31Z</dcterms:created>
  <dcterms:modified xsi:type="dcterms:W3CDTF">2025-08-21T12:22:31Z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21/08/2025</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