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Reproducible Workflows in RStudio with Git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Sanchez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28/08/2025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Dealing with the Workspace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Restarting R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Commenting Code and Documentation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Projects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Version Control (Section Header)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Version Control?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Git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Git in RStudio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Git Vocabulary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</a:t>
            </a:r>
          </a:p>
          <a:p>
            <a:pPr lvl="0"/>
            <a:r>
              <a:rPr/>
              <a:t>Local git setup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Questions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Now?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4-Git-RStudi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Reproducible Workflows in RStudio with Git</dc:title>
  <dc:creator>Luz Sanchez Steinhagen</dc:creator>
  <cp:keywords/>
  <dcterms:created xsi:type="dcterms:W3CDTF">2025-08-28T07:30:11Z</dcterms:created>
  <dcterms:modified xsi:type="dcterms:W3CDTF">2025-08-28T07:30:11Z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28/08/2025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