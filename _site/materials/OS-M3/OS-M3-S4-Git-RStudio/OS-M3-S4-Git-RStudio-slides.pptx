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notesMaster" Target="notesMasters/notesMaster1.xml" /><Relationship Id="rId66" Type="http://schemas.openxmlformats.org/officeDocument/2006/relationships/viewProps" Target="viewProps.xml" /><Relationship Id="rId6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8" Type="http://schemas.openxmlformats.org/officeDocument/2006/relationships/tableStyles" Target="tableStyles.xml" /><Relationship Id="rId6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Reproducible Workflows in RStudio with Git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Luz Sanchez Steinhagen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Dealing with the Workspace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Restarting 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Commenting Code and Documentation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 Projects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Version Control (Section Header)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Version Control?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Git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Git in RStudio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Git Vocabulary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</a:t>
            </a:r>
          </a:p>
          <a:p>
            <a:pPr lvl="0"/>
            <a:r>
              <a:rPr/>
              <a:t>Local git setup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Final Questions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Now?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M3-S4-Git-RStudio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Reproducible Workflows in RStudio with Git</dc:title>
  <dc:creator>Luz Sanchez Steinhagen</dc:creator>
  <cp:keywords/>
  <dcterms:created xsi:type="dcterms:W3CDTF">2025-08-20T08:39:09Z</dcterms:created>
  <dcterms:modified xsi:type="dcterms:W3CDTF">2025-08-20T08:39:09Z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