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42" d="100"/>
          <a:sy n="142" d="100"/>
        </p:scale>
        <p:origin x="63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Christoph Albert Rieger</cp:lastModifiedBy>
  <cp:revision>7</cp:revision>
  <dcterms:created xsi:type="dcterms:W3CDTF">2017-06-05T14:10:58Z</dcterms:created>
  <dcterms:modified xsi:type="dcterms:W3CDTF">2026-05-12T11:35:43Z</dcterms:modified>
</cp:coreProperties>
</file>