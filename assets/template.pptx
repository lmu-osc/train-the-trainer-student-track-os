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83A"/>
    <a:srgbClr val="4EA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95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42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7550B617-3FCF-62BD-C479-03D4F405B2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4CA716-C506-AD06-D1CD-A5D8FA87312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97CBB-DD4D-4BB2-A4C1-6CF54BA215B4}" type="datetimeFigureOut">
              <a:rPr lang="en-US" smtClean="0"/>
              <a:t>7/30/2025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16C32D-05AE-EFFC-69F6-FBE025CD82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7D870C-45A1-134C-6D7A-63051590A3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E95799-64EE-4B40-A97A-57A911333A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59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C1FFFC-8811-4101-9B7D-DA276F86209D}" type="datetimeFigureOut">
              <a:rPr lang="en-US" smtClean="0"/>
              <a:t>7/30/2025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C2588-415A-4C8C-925E-E10752193E2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17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367D54A9-3597-0F6F-61B1-B08C4259149E}"/>
              </a:ext>
            </a:extLst>
          </p:cNvPr>
          <p:cNvSpPr/>
          <p:nvPr userDrawn="1"/>
        </p:nvSpPr>
        <p:spPr>
          <a:xfrm>
            <a:off x="1524000" y="2543695"/>
            <a:ext cx="9144000" cy="966268"/>
          </a:xfrm>
          <a:prstGeom prst="roundRect">
            <a:avLst/>
          </a:prstGeom>
          <a:solidFill>
            <a:srgbClr val="0088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7113C3-7930-AB79-B5FC-6A4A69CAEF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53CB45-0791-B696-AC6C-20736D63B6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6105B8-C885-8633-0497-33F6E330B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pic>
        <p:nvPicPr>
          <p:cNvPr id="8" name="Grafik 7" descr="Ein Bild, das Text, Schrift, Logo, Grafiken enthält.&#10;&#10;KI-generierte Inhalte können fehlerhaft sein.">
            <a:extLst>
              <a:ext uri="{FF2B5EF4-FFF2-40B4-BE49-F238E27FC236}">
                <a16:creationId xmlns:a16="http://schemas.microsoft.com/office/drawing/2014/main" id="{4E81598C-967D-95EA-5014-8BDCD2ADF2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9434" y="6428181"/>
            <a:ext cx="1091954" cy="346965"/>
          </a:xfrm>
          <a:prstGeom prst="rect">
            <a:avLst/>
          </a:prstGeom>
        </p:spPr>
      </p:pic>
      <p:sp>
        <p:nvSpPr>
          <p:cNvPr id="15" name="Foliennummernplatzhalter 8">
            <a:extLst>
              <a:ext uri="{FF2B5EF4-FFF2-40B4-BE49-F238E27FC236}">
                <a16:creationId xmlns:a16="http://schemas.microsoft.com/office/drawing/2014/main" id="{A61F17F3-CBE1-4258-CEC4-417D7ED1A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57A50-696D-45BF-B196-C5CF71950601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578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D977D31-7A72-7AA0-BE03-E393C19D1B6A}"/>
              </a:ext>
            </a:extLst>
          </p:cNvPr>
          <p:cNvSpPr/>
          <p:nvPr userDrawn="1"/>
        </p:nvSpPr>
        <p:spPr>
          <a:xfrm>
            <a:off x="838199" y="642430"/>
            <a:ext cx="10515599" cy="689223"/>
          </a:xfrm>
          <a:prstGeom prst="roundRect">
            <a:avLst/>
          </a:prstGeom>
          <a:solidFill>
            <a:srgbClr val="0088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8321740-5495-6A6A-8D38-4FD95C263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280709-B410-CE68-AF82-B99E8413C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0D870C8-9804-BD92-DB36-496CF2C21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8" name="Foliennummernplatzhalter 8">
            <a:extLst>
              <a:ext uri="{FF2B5EF4-FFF2-40B4-BE49-F238E27FC236}">
                <a16:creationId xmlns:a16="http://schemas.microsoft.com/office/drawing/2014/main" id="{E20AB775-B062-4BAE-CBB2-83C4376B8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57A50-696D-45BF-B196-C5CF71950601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2031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559181D-1C25-204D-87A9-3BD7129D56DB}"/>
              </a:ext>
            </a:extLst>
          </p:cNvPr>
          <p:cNvSpPr/>
          <p:nvPr userDrawn="1"/>
        </p:nvSpPr>
        <p:spPr>
          <a:xfrm>
            <a:off x="838200" y="615333"/>
            <a:ext cx="10528300" cy="825146"/>
          </a:xfrm>
          <a:prstGeom prst="roundRect">
            <a:avLst/>
          </a:prstGeom>
          <a:solidFill>
            <a:srgbClr val="0088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A1F89DD-A65B-A98D-5D18-22F8F952A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A14BE8-487F-0675-33D4-F101A02D66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5B728FD-510D-D07E-65A1-28ABDDFD9F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E8DE67F-144D-1F6B-2D70-650E7B35D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0D51277-2905-6402-E584-2FE7642C98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57A50-696D-45BF-B196-C5CF71950601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7315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6795136-6EF3-F9DD-6607-3A8B3EFC4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5" name="Foliennummernplatzhalter 8">
            <a:extLst>
              <a:ext uri="{FF2B5EF4-FFF2-40B4-BE49-F238E27FC236}">
                <a16:creationId xmlns:a16="http://schemas.microsoft.com/office/drawing/2014/main" id="{89AF3F59-9E4B-2CE0-09D5-F69B10576E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57A50-696D-45BF-B196-C5CF71950601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8820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85E092D-9D91-4305-218C-32D781078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5E42D9-7CA1-2E90-03A7-E55C889028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69A246-142C-3A62-29EB-D6A75EAB2E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LMU Open Science Center</a:t>
            </a:r>
          </a:p>
        </p:txBody>
      </p:sp>
      <p:pic>
        <p:nvPicPr>
          <p:cNvPr id="7" name="Grafik 6" descr="Ein Bild, das Text, Schrift, Logo, Grafiken enthält.&#10;&#10;KI-generierte Inhalte können fehlerhaft sein.">
            <a:extLst>
              <a:ext uri="{FF2B5EF4-FFF2-40B4-BE49-F238E27FC236}">
                <a16:creationId xmlns:a16="http://schemas.microsoft.com/office/drawing/2014/main" id="{7CD7D39C-AC19-4933-6FCE-D896492F6E3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9434" y="6428181"/>
            <a:ext cx="1091954" cy="346965"/>
          </a:xfrm>
          <a:prstGeom prst="rect">
            <a:avLst/>
          </a:prstGeom>
        </p:spPr>
      </p:pic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157350C-FCF7-F549-5DFE-08F07761F1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57A50-696D-45BF-B196-C5CF71950601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8180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5" r:id="rId4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">
  <a:themeElements>
    <a:clrScheme name="Benutzerdefiniert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Caterina Sanchez</dc:creator>
  <cp:lastModifiedBy>Caterina Sanchez</cp:lastModifiedBy>
  <cp:revision>2</cp:revision>
  <dcterms:created xsi:type="dcterms:W3CDTF">2025-07-30T07:12:29Z</dcterms:created>
  <dcterms:modified xsi:type="dcterms:W3CDTF">2025-07-30T11:40:28Z</dcterms:modified>
</cp:coreProperties>
</file>