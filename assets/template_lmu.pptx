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87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0EBEDB44-0C23-AFEA-4271-46EBABA13E26}"/>
              </a:ext>
            </a:extLst>
          </p:cNvPr>
          <p:cNvSpPr/>
          <p:nvPr userDrawn="1"/>
        </p:nvSpPr>
        <p:spPr>
          <a:xfrm>
            <a:off x="0" y="1483200"/>
            <a:ext cx="12191999" cy="5374800"/>
          </a:xfrm>
          <a:prstGeom prst="rect">
            <a:avLst/>
          </a:prstGeom>
          <a:solidFill>
            <a:srgbClr val="00883A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8" name="Grafik 13">
            <a:extLst>
              <a:ext uri="{FF2B5EF4-FFF2-40B4-BE49-F238E27FC236}">
                <a16:creationId xmlns:a16="http://schemas.microsoft.com/office/drawing/2014/main" id="{22F54C65-43D5-D8D5-DDA2-B5D60E5D9B8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6400" y="434007"/>
            <a:ext cx="11303000" cy="825500"/>
          </a:xfrm>
          <a:prstGeom prst="rect">
            <a:avLst/>
          </a:prstGeom>
        </p:spPr>
      </p:pic>
      <p:pic>
        <p:nvPicPr>
          <p:cNvPr id="9" name="Grafik 3">
            <a:extLst>
              <a:ext uri="{FF2B5EF4-FFF2-40B4-BE49-F238E27FC236}">
                <a16:creationId xmlns:a16="http://schemas.microsoft.com/office/drawing/2014/main" id="{7E813C3B-F59C-66E9-DADA-8C29868BA17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48700" y="2743200"/>
            <a:ext cx="3543300" cy="41148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53F8BAC-AD64-825E-E9B9-6AFEAD4DE1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14499"/>
            <a:ext cx="9144000" cy="1795463"/>
          </a:xfrm>
        </p:spPr>
        <p:txBody>
          <a:bodyPr anchor="b"/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de-D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2BD40E-7E13-B1FA-A1D1-2C360EE8DF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de-D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9C7714-67B2-3985-27ED-BCB048C593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6400" y="6356350"/>
            <a:ext cx="3135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0D80282-B9AD-46AC-8F7B-174883973D43}" type="datetimeFigureOut">
              <a:rPr lang="de-DE" smtClean="0"/>
              <a:pPr/>
              <a:t>07.07.2026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631ECA-ACEA-F53B-4A40-EB6369990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de-DE">
              <a:solidFill>
                <a:schemeClr val="bg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E5FB60-FFB4-682C-82D2-0D1E175BD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135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FEFBAB6-26D0-44D8-BD53-612461CE1ACC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277498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04AE0-F94F-A586-34B8-68D9CAB6C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5524" y="432532"/>
            <a:ext cx="9450077" cy="825501"/>
          </a:xfrm>
        </p:spPr>
        <p:txBody>
          <a:bodyPr>
            <a:normAutofit/>
          </a:bodyPr>
          <a:lstStyle>
            <a:lvl1pPr>
              <a:defRPr sz="2800" b="1"/>
            </a:lvl1pPr>
          </a:lstStyle>
          <a:p>
            <a:r>
              <a:rPr lang="en-US" dirty="0"/>
              <a:t>Click to edit Master title style</a:t>
            </a:r>
            <a:endParaRPr lang="de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2FA590-20E9-0368-85B4-90C26598F8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6400" y="1514475"/>
            <a:ext cx="11299202" cy="4662488"/>
          </a:xfrm>
        </p:spPr>
        <p:txBody>
          <a:bodyPr/>
          <a:lstStyle>
            <a:lvl1pPr>
              <a:defRPr sz="2200"/>
            </a:lvl1pPr>
            <a:lvl2pPr>
              <a:defRPr sz="2100"/>
            </a:lvl2pPr>
            <a:lvl4pPr>
              <a:defRPr sz="19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de-D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9C20A6-D561-498F-72E0-E562857AB2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6399" y="6356350"/>
            <a:ext cx="3135001" cy="365125"/>
          </a:xfrm>
        </p:spPr>
        <p:txBody>
          <a:bodyPr/>
          <a:lstStyle/>
          <a:p>
            <a:fld id="{C0D80282-B9AD-46AC-8F7B-174883973D43}" type="datetimeFigureOut">
              <a:rPr lang="de-DE" smtClean="0"/>
              <a:t>07.07.2026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CA18E6-A373-C1EC-B057-8D8A972DA8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33F24B-1A9E-2EAF-F2AB-89426454D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356350"/>
            <a:ext cx="3135001" cy="365125"/>
          </a:xfrm>
        </p:spPr>
        <p:txBody>
          <a:bodyPr/>
          <a:lstStyle/>
          <a:p>
            <a:fld id="{7FEFBAB6-26D0-44D8-BD53-612461CE1ACC}" type="slidenum">
              <a:rPr lang="de-DE" smtClean="0"/>
              <a:t>‹#›</a:t>
            </a:fld>
            <a:endParaRPr lang="de-DE"/>
          </a:p>
        </p:txBody>
      </p:sp>
      <p:pic>
        <p:nvPicPr>
          <p:cNvPr id="7" name="Grafik 1">
            <a:extLst>
              <a:ext uri="{FF2B5EF4-FFF2-40B4-BE49-F238E27FC236}">
                <a16:creationId xmlns:a16="http://schemas.microsoft.com/office/drawing/2014/main" id="{D22FDA19-2A2B-CF79-465C-7AC11A5D7E6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6399" y="432533"/>
            <a:ext cx="1744349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27627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5F7DD1-BC99-F967-7E0D-AD07C61B15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  <a:endParaRPr lang="de-D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F2346C-3ABC-1D14-68DA-C177489CD7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7E0D26-06AC-D98A-5F48-FBB8ED24C0E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6399" y="6356350"/>
            <a:ext cx="3135001" cy="365125"/>
          </a:xfrm>
        </p:spPr>
        <p:txBody>
          <a:bodyPr/>
          <a:lstStyle/>
          <a:p>
            <a:fld id="{C0D80282-B9AD-46AC-8F7B-174883973D43}" type="datetimeFigureOut">
              <a:rPr lang="de-DE" smtClean="0"/>
              <a:t>07.07.2026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C2B45A-371A-B259-0C2E-F2D74630EF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3C94A4-D223-C226-398A-59B1A3955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356350"/>
            <a:ext cx="3135001" cy="365125"/>
          </a:xfrm>
        </p:spPr>
        <p:txBody>
          <a:bodyPr/>
          <a:lstStyle/>
          <a:p>
            <a:fld id="{7FEFBAB6-26D0-44D8-BD53-612461CE1ACC}" type="slidenum">
              <a:rPr lang="de-DE" smtClean="0"/>
              <a:t>‹#›</a:t>
            </a:fld>
            <a:endParaRPr lang="de-DE"/>
          </a:p>
        </p:txBody>
      </p:sp>
      <p:pic>
        <p:nvPicPr>
          <p:cNvPr id="7" name="Grafik 2">
            <a:extLst>
              <a:ext uri="{FF2B5EF4-FFF2-40B4-BE49-F238E27FC236}">
                <a16:creationId xmlns:a16="http://schemas.microsoft.com/office/drawing/2014/main" id="{74C1C64D-9803-3C7A-9C6A-A6AB5895627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8648700" y="2743200"/>
            <a:ext cx="3543300" cy="4114800"/>
          </a:xfrm>
          <a:prstGeom prst="rect">
            <a:avLst/>
          </a:prstGeom>
        </p:spPr>
      </p:pic>
      <p:pic>
        <p:nvPicPr>
          <p:cNvPr id="8" name="Grafik 4">
            <a:extLst>
              <a:ext uri="{FF2B5EF4-FFF2-40B4-BE49-F238E27FC236}">
                <a16:creationId xmlns:a16="http://schemas.microsoft.com/office/drawing/2014/main" id="{352188AF-1F33-4164-5235-B4761EF8F4B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46399" y="441325"/>
            <a:ext cx="1744349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49017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30DF69-0E9B-E535-4A08-1A4493559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46399" y="1571625"/>
            <a:ext cx="5573401" cy="4605338"/>
          </a:xfrm>
        </p:spPr>
        <p:txBody>
          <a:bodyPr/>
          <a:lstStyle>
            <a:lvl1pPr>
              <a:defRPr sz="2200"/>
            </a:lvl1pPr>
            <a:lvl2pPr>
              <a:defRPr sz="2100"/>
            </a:lvl2pPr>
            <a:lvl4pPr>
              <a:defRPr sz="19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de-DE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DB2C77-250F-A7AE-9022-31D1022562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571625"/>
            <a:ext cx="5573401" cy="4605338"/>
          </a:xfrm>
        </p:spPr>
        <p:txBody>
          <a:bodyPr/>
          <a:lstStyle>
            <a:lvl1pPr>
              <a:defRPr sz="2200"/>
            </a:lvl1pPr>
            <a:lvl2pPr>
              <a:defRPr sz="2100"/>
            </a:lvl2pPr>
            <a:lvl4pPr>
              <a:defRPr sz="19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de-D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EB133B-4B34-F9C1-E5EA-2AFC347E30F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6399" y="6356350"/>
            <a:ext cx="3135001" cy="365125"/>
          </a:xfrm>
        </p:spPr>
        <p:txBody>
          <a:bodyPr/>
          <a:lstStyle/>
          <a:p>
            <a:fld id="{C0D80282-B9AD-46AC-8F7B-174883973D43}" type="datetimeFigureOut">
              <a:rPr lang="de-DE" smtClean="0"/>
              <a:t>07.07.2026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A827AC-A01C-29EF-12C8-56CB25A33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5D32B8-3259-7568-F10A-9EE0233C7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135000" cy="365125"/>
          </a:xfrm>
        </p:spPr>
        <p:txBody>
          <a:bodyPr/>
          <a:lstStyle/>
          <a:p>
            <a:fld id="{7FEFBAB6-26D0-44D8-BD53-612461CE1ACC}" type="slidenum">
              <a:rPr lang="de-DE" smtClean="0"/>
              <a:t>‹#›</a:t>
            </a:fld>
            <a:endParaRPr lang="de-DE"/>
          </a:p>
        </p:txBody>
      </p:sp>
      <p:pic>
        <p:nvPicPr>
          <p:cNvPr id="8" name="Grafik 1">
            <a:extLst>
              <a:ext uri="{FF2B5EF4-FFF2-40B4-BE49-F238E27FC236}">
                <a16:creationId xmlns:a16="http://schemas.microsoft.com/office/drawing/2014/main" id="{754036A0-8FA0-9C7A-8FFE-2ED279CA75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6399" y="432533"/>
            <a:ext cx="1744349" cy="8255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BC937C47-2970-C17A-04A2-184F783AD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5524" y="432532"/>
            <a:ext cx="9450077" cy="825501"/>
          </a:xfrm>
        </p:spPr>
        <p:txBody>
          <a:bodyPr>
            <a:normAutofit/>
          </a:bodyPr>
          <a:lstStyle>
            <a:lvl1pPr>
              <a:defRPr sz="2800" b="1"/>
            </a:lvl1pPr>
          </a:lstStyle>
          <a:p>
            <a:r>
              <a:rPr lang="en-US" dirty="0"/>
              <a:t>Click to edit Master title style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88105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102E86-70FA-A206-CA89-BD72BB8CDF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6399" y="1469598"/>
            <a:ext cx="555117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34D658-CB0A-0EA8-B947-B10F61C598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0611" y="1469598"/>
            <a:ext cx="5574989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FE9718-F4B6-58DB-2EE5-A6F7187F07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6399" y="6356350"/>
            <a:ext cx="3135001" cy="365125"/>
          </a:xfrm>
        </p:spPr>
        <p:txBody>
          <a:bodyPr/>
          <a:lstStyle/>
          <a:p>
            <a:fld id="{C0D80282-B9AD-46AC-8F7B-174883973D43}" type="datetimeFigureOut">
              <a:rPr lang="de-DE" smtClean="0"/>
              <a:t>07.07.2026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CBE51E-F47C-1692-7AEE-1996D85FE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48C7BA-4AD7-FEFC-841A-2BC1F286AF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135000" cy="365125"/>
          </a:xfrm>
        </p:spPr>
        <p:txBody>
          <a:bodyPr/>
          <a:lstStyle/>
          <a:p>
            <a:fld id="{7FEFBAB6-26D0-44D8-BD53-612461CE1ACC}" type="slidenum">
              <a:rPr lang="de-DE" smtClean="0"/>
              <a:t>‹#›</a:t>
            </a:fld>
            <a:endParaRPr lang="de-DE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FC705A9A-0205-FE9C-99C9-063702832F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5524" y="432532"/>
            <a:ext cx="9450077" cy="825501"/>
          </a:xfrm>
        </p:spPr>
        <p:txBody>
          <a:bodyPr>
            <a:normAutofit/>
          </a:bodyPr>
          <a:lstStyle>
            <a:lvl1pPr>
              <a:defRPr sz="2800" b="1"/>
            </a:lvl1pPr>
          </a:lstStyle>
          <a:p>
            <a:r>
              <a:rPr lang="en-US" dirty="0"/>
              <a:t>Click to edit Master title style</a:t>
            </a:r>
            <a:endParaRPr lang="de-DE" dirty="0"/>
          </a:p>
        </p:txBody>
      </p:sp>
      <p:pic>
        <p:nvPicPr>
          <p:cNvPr id="12" name="Grafik 1">
            <a:extLst>
              <a:ext uri="{FF2B5EF4-FFF2-40B4-BE49-F238E27FC236}">
                <a16:creationId xmlns:a16="http://schemas.microsoft.com/office/drawing/2014/main" id="{15E8C26E-545A-DEFF-E2E9-7420B85E40B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6399" y="432533"/>
            <a:ext cx="1744349" cy="825500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6993A24-31B8-B2E5-A244-72F9AD36DA89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446399" y="2460197"/>
            <a:ext cx="5573401" cy="3716766"/>
          </a:xfrm>
        </p:spPr>
        <p:txBody>
          <a:bodyPr/>
          <a:lstStyle>
            <a:lvl1pPr>
              <a:defRPr sz="2200"/>
            </a:lvl1pPr>
            <a:lvl2pPr>
              <a:defRPr sz="2100"/>
            </a:lvl2pPr>
            <a:lvl4pPr>
              <a:defRPr sz="19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de-DE" dirty="0"/>
          </a:p>
        </p:txBody>
      </p:sp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6AB2572A-E2A5-7607-0A56-E53032CD7B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2460195"/>
            <a:ext cx="5573401" cy="3716767"/>
          </a:xfrm>
        </p:spPr>
        <p:txBody>
          <a:bodyPr/>
          <a:lstStyle>
            <a:lvl1pPr>
              <a:defRPr sz="2200"/>
            </a:lvl1pPr>
            <a:lvl2pPr>
              <a:defRPr sz="2100"/>
            </a:lvl2pPr>
            <a:lvl4pPr>
              <a:defRPr sz="19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139879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131F71-CF7E-3DA4-7847-3ACEC01625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399" y="1392999"/>
            <a:ext cx="4735201" cy="996952"/>
          </a:xfrm>
        </p:spPr>
        <p:txBody>
          <a:bodyPr anchor="b"/>
          <a:lstStyle>
            <a:lvl1pPr>
              <a:defRPr sz="2800" b="1"/>
            </a:lvl1pPr>
          </a:lstStyle>
          <a:p>
            <a:r>
              <a:rPr lang="en-US" dirty="0"/>
              <a:t>Click to edit Master title style</a:t>
            </a:r>
            <a:endParaRPr lang="de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D3518-0673-3D1D-365A-E2B15CD226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0" y="1581150"/>
            <a:ext cx="6373500" cy="4460081"/>
          </a:xfrm>
        </p:spPr>
        <p:txBody>
          <a:bodyPr/>
          <a:lstStyle>
            <a:lvl1pPr>
              <a:defRPr sz="2200"/>
            </a:lvl1pPr>
            <a:lvl2pPr>
              <a:defRPr sz="2100"/>
            </a:lvl2pPr>
            <a:lvl3pPr>
              <a:defRPr sz="2000"/>
            </a:lvl3pPr>
            <a:lvl4pPr>
              <a:defRPr sz="19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de-D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81D285-C44D-D095-90F1-6D3CF7B2C8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46399" y="2524918"/>
            <a:ext cx="4735201" cy="3516313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6B5DBF-6BAC-52FC-7335-7A3F60190E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6399" y="6356350"/>
            <a:ext cx="3135001" cy="365125"/>
          </a:xfrm>
        </p:spPr>
        <p:txBody>
          <a:bodyPr/>
          <a:lstStyle/>
          <a:p>
            <a:fld id="{C0D80282-B9AD-46AC-8F7B-174883973D43}" type="datetimeFigureOut">
              <a:rPr lang="de-DE" smtClean="0"/>
              <a:t>07.07.2026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72B7B0-FB82-754A-E331-9F3D03F13D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C0C6E5-A864-8D29-B45D-21E230264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135000" cy="365125"/>
          </a:xfrm>
        </p:spPr>
        <p:txBody>
          <a:bodyPr/>
          <a:lstStyle/>
          <a:p>
            <a:fld id="{7FEFBAB6-26D0-44D8-BD53-612461CE1ACC}" type="slidenum">
              <a:rPr lang="de-DE" smtClean="0"/>
              <a:t>‹#›</a:t>
            </a:fld>
            <a:endParaRPr lang="de-DE"/>
          </a:p>
        </p:txBody>
      </p:sp>
      <p:pic>
        <p:nvPicPr>
          <p:cNvPr id="8" name="Grafik 1">
            <a:extLst>
              <a:ext uri="{FF2B5EF4-FFF2-40B4-BE49-F238E27FC236}">
                <a16:creationId xmlns:a16="http://schemas.microsoft.com/office/drawing/2014/main" id="{902BBA65-A2D7-A18A-E548-A3E6399B68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6399" y="432533"/>
            <a:ext cx="1744349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021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F17B60-1712-491C-09F9-ADCE8A4EA65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6399" y="6356350"/>
            <a:ext cx="3135001" cy="365125"/>
          </a:xfrm>
        </p:spPr>
        <p:txBody>
          <a:bodyPr/>
          <a:lstStyle/>
          <a:p>
            <a:fld id="{C0D80282-B9AD-46AC-8F7B-174883973D43}" type="datetimeFigureOut">
              <a:rPr lang="de-DE" smtClean="0"/>
              <a:t>07.07.2026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BD0012-87AD-0547-F9CE-9D55443F10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6DA1F9-52F5-00B7-CC94-CD773FE1A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356350"/>
            <a:ext cx="3135001" cy="365125"/>
          </a:xfrm>
        </p:spPr>
        <p:txBody>
          <a:bodyPr/>
          <a:lstStyle/>
          <a:p>
            <a:fld id="{7FEFBAB6-26D0-44D8-BD53-612461CE1ACC}" type="slidenum">
              <a:rPr lang="de-DE" smtClean="0"/>
              <a:t>‹#›</a:t>
            </a:fld>
            <a:endParaRPr lang="de-DE"/>
          </a:p>
        </p:txBody>
      </p:sp>
      <p:pic>
        <p:nvPicPr>
          <p:cNvPr id="5" name="Grafik 2">
            <a:extLst>
              <a:ext uri="{FF2B5EF4-FFF2-40B4-BE49-F238E27FC236}">
                <a16:creationId xmlns:a16="http://schemas.microsoft.com/office/drawing/2014/main" id="{A7DB3C19-A476-57E8-CD23-56765C7ABC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8648700" y="2743200"/>
            <a:ext cx="35433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9480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22E5B-20EE-8FA0-DC48-C00E0A8F3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C1A6CB-306B-8F22-C754-D44FEEC90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D80282-B9AD-46AC-8F7B-174883973D43}" type="datetimeFigureOut">
              <a:rPr lang="de-DE" smtClean="0"/>
              <a:t>07.07.2026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950D6A-461B-2E49-EB48-06F8A5A52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42B0E1-13AB-8BA1-D9D7-0B37A7081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EFBAB6-26D0-44D8-BD53-612461CE1AC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400281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B3CE1-04CA-025C-39FF-401456A4FA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A44F906-7AD5-526C-CD80-B2A508454A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B70566-E61B-2FCF-C5D7-41F2C0D98D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60B7E7-FB96-B9C8-7116-1446197118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D80282-B9AD-46AC-8F7B-174883973D43}" type="datetimeFigureOut">
              <a:rPr lang="de-DE" smtClean="0"/>
              <a:t>07.07.2026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D1E1B-2F89-88D3-4683-737C468D3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E57D26-B97C-C747-49D7-6451D4CA0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EFBAB6-26D0-44D8-BD53-612461CE1AC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166562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E73F5-CB6D-3E99-FE78-B82E345B6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3A1FF6-5E0F-4B73-AFF3-B7196FFF36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1B6167-3A02-2D54-0A05-15622B1A6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D80282-B9AD-46AC-8F7B-174883973D43}" type="datetimeFigureOut">
              <a:rPr lang="de-DE" smtClean="0"/>
              <a:t>07.07.2026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E232CF-D0D9-E5A7-02AE-89A4C8378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A172CD-5AFF-BFDF-A5FF-3ED16759E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EFBAB6-26D0-44D8-BD53-612461CE1AC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12244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FE75433-AEAA-29BE-3441-9F1D2D2B1E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474DBD-F4DC-1A85-7707-5862E8BA6F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C9C324-C7CD-7442-C024-FBF5C147C3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D80282-B9AD-46AC-8F7B-174883973D43}" type="datetimeFigureOut">
              <a:rPr lang="de-DE" smtClean="0"/>
              <a:t>07.07.2026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9FB9FA-927B-C32C-9164-FB16484AA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DAB917-9A4F-201D-34B4-1A6AFCA2C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EFBAB6-26D0-44D8-BD53-612461CE1AC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36488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67EE87-C05A-0104-CB97-6D15BE457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537335-1A87-B65B-F1D0-CB0022F1C3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de-D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455800-6623-40E6-869A-E1E3B8E8C9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D80282-B9AD-46AC-8F7B-174883973D43}" type="datetimeFigureOut">
              <a:rPr lang="de-DE" smtClean="0"/>
              <a:t>07.07.2026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5AF420-6358-CF2F-ACCE-D22F80A8B8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0FE700-0F47-2D53-713D-9B5435FC21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EFBAB6-26D0-44D8-BD53-612461CE1AC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185652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6" r:id="rId6"/>
    <p:sldLayoutId id="2147483655" r:id="rId7"/>
    <p:sldLayoutId id="2147483654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551E6-5F5D-9F27-E76D-71DA6902D18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LMU </a:t>
            </a:r>
            <a:r>
              <a:rPr lang="de-DE" dirty="0" err="1"/>
              <a:t>template</a:t>
            </a:r>
            <a:endParaRPr lang="de-D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CE416D-6521-5005-3673-9A7C86F782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911070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3A7D2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LMU template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Christoph Albert Rieger</dc:creator>
  <cp:lastModifiedBy>David Christoph Albert Rieger</cp:lastModifiedBy>
  <cp:revision>12</cp:revision>
  <dcterms:created xsi:type="dcterms:W3CDTF">2026-07-01T14:50:04Z</dcterms:created>
  <dcterms:modified xsi:type="dcterms:W3CDTF">2026-07-07T15:57:06Z</dcterms:modified>
</cp:coreProperties>
</file>