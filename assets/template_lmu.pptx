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0EBEDB44-0C23-AFEA-4271-46EBABA13E26}"/>
              </a:ext>
            </a:extLst>
          </p:cNvPr>
          <p:cNvSpPr/>
          <p:nvPr userDrawn="1"/>
        </p:nvSpPr>
        <p:spPr>
          <a:xfrm>
            <a:off x="0" y="1483200"/>
            <a:ext cx="12191999" cy="5374800"/>
          </a:xfrm>
          <a:prstGeom prst="rect">
            <a:avLst/>
          </a:prstGeom>
          <a:solidFill>
            <a:srgbClr val="0088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Grafik 13">
            <a:extLst>
              <a:ext uri="{FF2B5EF4-FFF2-40B4-BE49-F238E27FC236}">
                <a16:creationId xmlns:a16="http://schemas.microsoft.com/office/drawing/2014/main" id="{22F54C65-43D5-D8D5-DDA2-B5D60E5D9B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400" y="434007"/>
            <a:ext cx="11303000" cy="825500"/>
          </a:xfrm>
          <a:prstGeom prst="rect">
            <a:avLst/>
          </a:prstGeom>
        </p:spPr>
      </p:pic>
      <p:pic>
        <p:nvPicPr>
          <p:cNvPr id="9" name="Grafik 3">
            <a:extLst>
              <a:ext uri="{FF2B5EF4-FFF2-40B4-BE49-F238E27FC236}">
                <a16:creationId xmlns:a16="http://schemas.microsoft.com/office/drawing/2014/main" id="{7E813C3B-F59C-66E9-DADA-8C29868BA1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3F8BAC-AD64-825E-E9B9-6AFEAD4DE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499"/>
            <a:ext cx="9144000" cy="179546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BD40E-7E13-B1FA-A1D1-2C360EE8D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C7714-67B2-3985-27ED-BCB048C5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400" y="6356350"/>
            <a:ext cx="3135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D80282-B9AD-46AC-8F7B-174883973D43}" type="datetimeFigureOut">
              <a:rPr lang="de-DE" smtClean="0"/>
              <a:pPr/>
              <a:t>01.07.2026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31ECA-ACEA-F53B-4A40-EB636999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5FB60-FFB4-682C-82D2-0D1E175B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EFBAB6-26D0-44D8-BD53-612461CE1AC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74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4AE0-F94F-A586-34B8-68D9CAB6C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4" y="432532"/>
            <a:ext cx="9450077" cy="82550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A590-20E9-0368-85B4-90C26598F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00" y="1514475"/>
            <a:ext cx="11299202" cy="4662488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C20A6-D561-498F-72E0-E562857AB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18E6-A373-C1EC-B057-8D8A972D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F24B-1A9E-2EAF-F2AB-89426454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5001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1">
            <a:extLst>
              <a:ext uri="{FF2B5EF4-FFF2-40B4-BE49-F238E27FC236}">
                <a16:creationId xmlns:a16="http://schemas.microsoft.com/office/drawing/2014/main" id="{D22FDA19-2A2B-CF79-465C-7AC11A5D7E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76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7DD1-BC99-F967-7E0D-AD07C61B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2346C-3ABC-1D14-68DA-C177489C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0D26-06AC-D98A-5F48-FBB8ED24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2B45A-371A-B259-0C2E-F2D74630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C94A4-D223-C226-398A-59B1A395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5001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74C1C64D-9803-3C7A-9C6A-A6AB58956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  <p:pic>
        <p:nvPicPr>
          <p:cNvPr id="8" name="Grafik 4">
            <a:extLst>
              <a:ext uri="{FF2B5EF4-FFF2-40B4-BE49-F238E27FC236}">
                <a16:creationId xmlns:a16="http://schemas.microsoft.com/office/drawing/2014/main" id="{352188AF-1F33-4164-5235-B4761EF8F4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399" y="441325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0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0DF69-0E9B-E535-4A08-1A4493559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399" y="1571625"/>
            <a:ext cx="5573401" cy="4605338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B2C77-250F-A7AE-9022-31D102256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71625"/>
            <a:ext cx="5573401" cy="4605338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B133B-4B34-F9C1-E5EA-2AFC347E3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827AC-A01C-29EF-12C8-56CB25A3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D32B8-3259-7568-F10A-9EE0233C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1">
            <a:extLst>
              <a:ext uri="{FF2B5EF4-FFF2-40B4-BE49-F238E27FC236}">
                <a16:creationId xmlns:a16="http://schemas.microsoft.com/office/drawing/2014/main" id="{754036A0-8FA0-9C7A-8FFE-2ED279CA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C937C47-2970-C17A-04A2-184F783A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4" y="432532"/>
            <a:ext cx="9450077" cy="82550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81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02E86-70FA-A206-CA89-BD72BB8CD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99" y="1469598"/>
            <a:ext cx="55511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4D658-CB0A-0EA8-B947-B10F61C59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1" y="1469598"/>
            <a:ext cx="55749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E9718-F4B6-58DB-2EE5-A6F7187F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BE51E-F47C-1692-7AEE-1996D85F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8C7BA-4AD7-FEFC-841A-2BC1F286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705A9A-0205-FE9C-99C9-063702832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524" y="432532"/>
            <a:ext cx="9450077" cy="82550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pic>
        <p:nvPicPr>
          <p:cNvPr id="12" name="Grafik 1">
            <a:extLst>
              <a:ext uri="{FF2B5EF4-FFF2-40B4-BE49-F238E27FC236}">
                <a16:creationId xmlns:a16="http://schemas.microsoft.com/office/drawing/2014/main" id="{15E8C26E-545A-DEFF-E2E9-7420B85E4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6993A24-31B8-B2E5-A244-72F9AD36DA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6399" y="2460197"/>
            <a:ext cx="5573401" cy="3716766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6AB2572A-E2A5-7607-0A56-E53032CD7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460195"/>
            <a:ext cx="5573401" cy="3716767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4pPr>
              <a:defRPr sz="19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398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1F71-CF7E-3DA4-7847-3ACEC016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99" y="1392999"/>
            <a:ext cx="4735201" cy="996952"/>
          </a:xfrm>
        </p:spPr>
        <p:txBody>
          <a:bodyPr anchor="b"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D3518-0673-3D1D-365A-E2B15CD22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0" y="1581150"/>
            <a:ext cx="6373500" cy="4460081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1D285-C44D-D095-90F1-6D3CF7B2C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99" y="2524918"/>
            <a:ext cx="4735201" cy="35163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B5DBF-6BAC-52FC-7335-7A3F6019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2B7B0-FB82-754A-E331-9F3D03F1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0C6E5-A864-8D29-B45D-21E23026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35000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8" name="Grafik 1">
            <a:extLst>
              <a:ext uri="{FF2B5EF4-FFF2-40B4-BE49-F238E27FC236}">
                <a16:creationId xmlns:a16="http://schemas.microsoft.com/office/drawing/2014/main" id="{902BBA65-A2D7-A18A-E548-A3E6399B6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99" y="432533"/>
            <a:ext cx="1744349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17B60-1712-491C-09F9-ADCE8A4E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6399" y="6356350"/>
            <a:ext cx="3135001" cy="365125"/>
          </a:xfrm>
        </p:spPr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D0012-87AD-0547-F9CE-9D55443F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A1F9-52F5-00B7-CC94-CD773FE1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35001" cy="365125"/>
          </a:xfrm>
        </p:spPr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A7DB3C19-A476-57E8-CD23-56765C7AB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8648700" y="2743200"/>
            <a:ext cx="35433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4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2E5B-20EE-8FA0-DC48-C00E0A8F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1A6CB-306B-8F22-C754-D44FEEC9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50D6A-461B-2E49-EB48-06F8A5A5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B0E1-13AB-8BA1-D9D7-0B37A708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002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3CE1-04CA-025C-39FF-401456A4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4F906-7AD5-526C-CD80-B2A508454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70566-E61B-2FCF-C5D7-41F2C0D98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B7E7-FB96-B9C8-7116-14461971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D1E1B-2F89-88D3-4683-737C468D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57D26-B97C-C747-49D7-6451D4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65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73F5-CB6D-3E99-FE78-B82E345B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A1FF6-5E0F-4B73-AFF3-B7196FFF3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B6167-3A02-2D54-0A05-15622B1A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232CF-D0D9-E5A7-02AE-89A4C837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72CD-5AFF-BFDF-A5FF-3ED16759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22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75433-AEAA-29BE-3441-9F1D2D2B1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74DBD-F4DC-1A85-7707-5862E8BA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9C324-C7CD-7442-C024-FBF5C147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FB9FA-927B-C32C-9164-FB16484A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B917-9A4F-201D-34B4-1A6AFCA2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4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7EE87-C05A-0104-CB97-6D15BE457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37335-1A87-B65B-F1D0-CB0022F1C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55800-6623-40E6-869A-E1E3B8E8C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80282-B9AD-46AC-8F7B-174883973D43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AF420-6358-CF2F-ACCE-D22F80A8B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E700-0F47-2D53-713D-9B5435FC2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FBAB6-26D0-44D8-BD53-612461CE1A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856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5" r:id="rId7"/>
    <p:sldLayoutId id="2147483654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51E6-5F5D-9F27-E76D-71DA6902D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LMU </a:t>
            </a:r>
            <a:r>
              <a:rPr lang="de-DE" dirty="0" err="1"/>
              <a:t>template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E416D-6521-5005-3673-9A7C86F78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1107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LMU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Christoph Albert Rieger</dc:creator>
  <cp:lastModifiedBy>David Christoph Albert Rieger</cp:lastModifiedBy>
  <cp:revision>11</cp:revision>
  <dcterms:created xsi:type="dcterms:W3CDTF">2026-07-01T14:50:04Z</dcterms:created>
  <dcterms:modified xsi:type="dcterms:W3CDTF">2026-07-01T17:16:58Z</dcterms:modified>
</cp:coreProperties>
</file>