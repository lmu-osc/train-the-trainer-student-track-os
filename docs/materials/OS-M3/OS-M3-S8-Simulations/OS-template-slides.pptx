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 Logo orcid)</a:t>
            </a:r>
          </a:p>
          <a:p>
            <a:pPr lvl="0" indent="0" marL="0">
              <a:buNone/>
            </a:pPr>
            <a:r>
              <a:rPr b="1"/>
              <a:t>Reviewer</a:t>
            </a:r>
            <a:r>
              <a:rPr/>
              <a:t>: Name, first name (ORCID Logo orcid)</a:t>
            </a:r>
          </a:p>
          <a:p>
            <a:pPr lvl="0" indent="0" marL="0">
              <a:buNone/>
            </a:pPr>
            <a:r>
              <a:rPr b="1"/>
              <a:t>Acknowledgments</a:t>
            </a:r>
            <a:r>
              <a:rPr/>
              <a:t>: Name, first name (ORCID Logo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2026-01-08T12:11:20Z</dcterms:created>
  <dcterms:modified xsi:type="dcterms:W3CDTF">2026-01-08T12:11:20Z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