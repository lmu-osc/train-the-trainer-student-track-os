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6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notesMaster" Target="notesMasters/notesMaster1.xml" /><Relationship Id="rId66" Type="http://schemas.openxmlformats.org/officeDocument/2006/relationships/viewProps" Target="viewProps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R: Part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Luz Sachez Steinhagen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06/01/2026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Working Directory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Help Function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Packages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Prep for working with data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Time for a break!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in Data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Inspecting Data Structures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Accessing and Subsetting Columns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Functions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Mistakes and Troubleshooting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Bigger Picture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3-R-Part-II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R: Part II</dc:title>
  <dc:creator>Luz Sachez Steinhagen</dc:creator>
  <cp:keywords/>
  <dcterms:created xsi:type="dcterms:W3CDTF">2026-01-06T16:11:09Z</dcterms:created>
  <dcterms:modified xsi:type="dcterms:W3CDTF">2026-01-06T16:11:09Z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06/01/2026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