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notesMaster" Target="notesMasters/notesMaster1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R: Part II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Luz Sachez Steinhagen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08/01/2026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Working Directory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Help Function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Packages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Prep for working with data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for a break!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in Data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Inspecting Data Structures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Accessing and Subsetting Columns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Functions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Mistakes and Troubleshooting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Bigger Picture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3-R-Part-II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R: Part II</dc:title>
  <dc:creator>Luz Sachez Steinhagen</dc:creator>
  <cp:keywords/>
  <dcterms:created xsi:type="dcterms:W3CDTF">2026-01-08T15:52:44Z</dcterms:created>
  <dcterms:modified xsi:type="dcterms:W3CDTF">2026-01-08T15:52:44Z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08/01/2026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