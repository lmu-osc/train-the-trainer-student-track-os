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notesMaster" Target="notesMasters/notesMaster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i="1"/>
              <a:t>Instructor Notes</a:t>
            </a:r>
            <a:r>
              <a:rPr/>
              <a:t> 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creativecommons.org/licenses/by/4.0/deed.en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10/04/2026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 indent="0" marL="0">
              <a:buNone/>
            </a:pPr>
            <a:r>
              <a:rPr b="1"/>
              <a:t>Name main content creator</a:t>
            </a:r>
            <a:r>
              <a:rPr/>
              <a:t>: Conceptualization, Software, Writing - Original Draft, Visualization. </a:t>
            </a:r>
            <a:r>
              <a:rPr b="1"/>
              <a:t>Sara Lil Middleton</a:t>
            </a:r>
            <a:r>
              <a:rPr/>
              <a:t>: Writing - Review &amp; Editing, Supervision. </a:t>
            </a:r>
            <a:r>
              <a:rPr b="1"/>
              <a:t>Sarah von Grebmer zu Wolfsthurn</a:t>
            </a:r>
            <a:r>
              <a:rPr/>
              <a:t>: Conceptualisation, Writing - Review &amp; Editing, Supervision, Project Administration, Validation.</a:t>
            </a: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/>
              <a:t>This work by YYY XXX, Sara Lil Middleton and Sarah von Grebmer zu Wolfsthurn is licensed under a CC-BY 4.0 </a:t>
            </a:r>
            <a:r>
              <a:rPr>
                <a:hlinkClick r:id="rId3"/>
              </a:rPr>
              <a:t>Creative Commons Attribution 4.0 International License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2-S5-preregistration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2026-04-10T16:08:14Z</dcterms:created>
  <dcterms:modified xsi:type="dcterms:W3CDTF">2026-04-10T16:08:14Z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10/04/2026</vt:lpwstr>
  </property>
  <property fmtid="{D5CDD505-2E9C-101B-9397-08002B2CF9AE}" pid="6" name="date-format">
    <vt:lpwstr>DD/MM/YYYY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toc-title">
    <vt:lpwstr>Table of contents</vt:lpwstr>
  </property>
</Properties>
</file>