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notesMaster" Target="notesMasters/notesMaster1.xml" /><Relationship Id="rId54" Type="http://schemas.openxmlformats.org/officeDocument/2006/relationships/viewProps" Target="viewProps.xml" /><Relationship Id="rId5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6" Type="http://schemas.openxmlformats.org/officeDocument/2006/relationships/tableStyles" Target="tableStyles.xml" /><Relationship Id="rId55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i="1"/>
              <a:t>Instructor Notes</a:t>
            </a:r>
            <a:r>
              <a:rPr/>
              <a:t>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Make it clear to the group that there will be a similar post-submodule survey to examine understanding and learning progress.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For students who advance faster: Prepare extra exercises.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i="1"/>
              <a:t>Speaker Notes</a:t>
            </a:r>
            <a:r>
              <a:rPr/>
              <a:t>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github.com/SvonGrebmer/Template-Slides-Students" TargetMode="External" /><Relationship Id="rId3" Type="http://schemas.openxmlformats.org/officeDocument/2006/relationships/hyperlink" Target="https://creativecommons.org/licenses/by/4.0/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br/>
            <a:br/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12/02/2026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 and licence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YYY 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OS-M2-S5-preregistration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Example attribution (for previous slide)</a:t>
            </a:r>
          </a:p>
          <a:p>
            <a:pPr lvl="0" indent="0" marL="0">
              <a:buNone/>
            </a:pPr>
            <a:r>
              <a:rPr/>
              <a:t>“</a:t>
            </a:r>
            <a:r>
              <a:rPr>
                <a:hlinkClick r:id="rId2"/>
              </a:rPr>
              <a:t>Tutorial template for student track</a:t>
            </a:r>
            <a:r>
              <a:rPr/>
              <a:t>” by Sarah von Grebmer is licensed under </a:t>
            </a:r>
            <a:r>
              <a:rPr>
                <a:hlinkClick r:id="rId3"/>
              </a:rPr>
              <a:t>CC-BY-SA 4.0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Slides: Title of submodule</dc:title>
  <dc:creator>Author</dc:creator>
  <cp:keywords/>
  <dcterms:created xsi:type="dcterms:W3CDTF">2026-02-12T15:32:34Z</dcterms:created>
  <dcterms:modified xsi:type="dcterms:W3CDTF">2026-02-12T15:32:34Z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12/02/2026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