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slide" Target="slides/slide118.xml" /><Relationship Id="rId120" Type="http://schemas.openxmlformats.org/officeDocument/2006/relationships/notesMaster" Target="notesMasters/notesMaster1.xml" /><Relationship Id="rId122" Type="http://schemas.openxmlformats.org/officeDocument/2006/relationships/viewProps" Target="viewProps.xml" /><Relationship Id="rId121" Type="http://schemas.openxmlformats.org/officeDocument/2006/relationships/presProps" Target="presProps.xml" /><Relationship Id="rId1" Type="http://schemas.openxmlformats.org/officeDocument/2006/relationships/slideMaster" Target="slideMasters/slideMaster1.xml" /><Relationship Id="rId124" Type="http://schemas.openxmlformats.org/officeDocument/2006/relationships/tableStyles" Target="tableStyles.xml" /><Relationship Id="rId1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pre-submodule survey serves to examine students’ prior knowledge about the submodule’s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www.sciencebarometer.com"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doi.org/10.1525/collabra.74"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https://doi.org/10.1525/collabra.74"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osf.io/br9sp/files/nmwr3"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doi.org/10.1038/s41586-025-10078-y" TargetMode="Externa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osf.io/u3znx"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doi.org/10.1073/pnas.1313476110"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osf.io/d4dcu/"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doi.org/10.1026/0033-3042/a000335"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371/journal.pone.0010068"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2147/OAJCT.S34419"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doi.org/10.1056/NEJMsa065779"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doi.org/10.1017/S0033291718001873" TargetMode="Externa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1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doi.org/10.1177/0149206314527133"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crystalprisonzone.blogspot.com/2016/03/the-weapons-priming-effect.html"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doi.org/10.1371/journal.pone.0263023" TargetMode="Externa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bulliedintobadscience.org/" TargetMode="Externa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geograph.org.uk/" TargetMode="Externa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31234/osf.io/729qt" TargetMode="External" /><Relationship Id="rId4" Type="http://schemas.openxmlformats.org/officeDocument/2006/relationships/hyperlink" Target="https://doi.org/10.7554/eLife.70929"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12/08/2026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1</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a:t>
            </a:r>
            <a:r>
              <a:rPr/>
              <a:t>: Match the bias to its description.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(2022), Psychology: Numerical results of </a:t>
            </a:r>
            <a:r>
              <a:rPr b="1"/>
              <a:t>less than 30% of papers</a:t>
            </a:r>
            <a:r>
              <a:rPr/>
              <a:t> can be </a:t>
            </a:r>
            <a:r>
              <a:rPr b="1"/>
              <a:t>reproduced</a:t>
            </a:r>
            <a:r>
              <a:rPr/>
              <a:t> (Crüwell et al., 2022)</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3"/>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2026-08-12T17:21:11Z</dcterms:created>
  <dcterms:modified xsi:type="dcterms:W3CDTF">2026-08-12T17:21:11Z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revealjs-plugins">
    <vt:lpwstr/>
  </property>
  <property fmtid="{D5CDD505-2E9C-101B-9397-08002B2CF9AE}" pid="15" name="toc-title">
    <vt:lpwstr>Table of contents</vt:lpwstr>
  </property>
</Properties>
</file>