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notesMaster" Target="notesMasters/notesMaster1.xml" /><Relationship Id="rId114" Type="http://schemas.openxmlformats.org/officeDocument/2006/relationships/viewProps" Target="viewProps.xml" /><Relationship Id="rId113" Type="http://schemas.openxmlformats.org/officeDocument/2006/relationships/presProps" Target="presProps.xml" /><Relationship Id="rId1" Type="http://schemas.openxmlformats.org/officeDocument/2006/relationships/slideMaster" Target="slideMasters/slideMaster1.xml" /><Relationship Id="rId116" Type="http://schemas.openxmlformats.org/officeDocument/2006/relationships/tableStyles" Target="tableStyles.xml" /><Relationship Id="rId11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post-submodule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ADDD</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8282-3910"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osf.io/"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u3znx"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www.cos.io/initiatives/badges"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5.xml" /><Relationship Id="rId3" Type="http://schemas.openxmlformats.org/officeDocument/2006/relationships/image" Target="../media/image1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prereg"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www.cos.io/initiatives/registered-reports"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www.cos.io/initiatives/registered-reports"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8.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1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20.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2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0.xml" /><Relationship Id="rId4" Type="http://schemas.openxmlformats.org/officeDocument/2006/relationships/image" Target="../media/image23.png" /><Relationship Id="rId3" Type="http://schemas.openxmlformats.org/officeDocument/2006/relationships/image" Target="../media/image2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hyperlink" Target="https://osf.io/dnym9/files/k8sfv"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twitter.com/JohnBorghi/status/1405227318876905472?s=2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3.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3.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6.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4" Type="http://schemas.openxmlformats.org/officeDocument/2006/relationships/image" Target="../media/image28.png" /><Relationship Id="rId3" Type="http://schemas.openxmlformats.org/officeDocument/2006/relationships/image" Target="../media/image27.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8.xml" /><Relationship Id="rId3" Type="http://schemas.openxmlformats.org/officeDocument/2006/relationships/image" Target="../media/image29.jpg"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9.xml" /><Relationship Id="rId3" Type="http://schemas.openxmlformats.org/officeDocument/2006/relationships/image" Target="../media/image30.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www.reddit.com/r/ProgrammerHumor/comments/8w54mx/code_comments_be_like/"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1.xml" /><Relationship Id="rId5" Type="http://schemas.openxmlformats.org/officeDocument/2006/relationships/image" Target="../media/image33.png" /><Relationship Id="rId4" Type="http://schemas.openxmlformats.org/officeDocument/2006/relationships/image" Target="../media/image32.png" /><Relationship Id="rId3" Type="http://schemas.openxmlformats.org/officeDocument/2006/relationships/image" Target="../media/image31.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34.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5.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4.xml" /><Relationship Id="rId5" Type="http://schemas.openxmlformats.org/officeDocument/2006/relationships/image" Target="../media/image38.png" /><Relationship Id="rId4" Type="http://schemas.openxmlformats.org/officeDocument/2006/relationships/image" Target="../media/image37.png" /><Relationship Id="rId3" Type="http://schemas.openxmlformats.org/officeDocument/2006/relationships/image" Target="../media/image36.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39.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1.png" /><Relationship Id="rId2" Type="http://schemas.openxmlformats.org/officeDocument/2006/relationships/image" Target="../media/image26.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image" Target="../media/image40.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image" Target="../media/image41.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image" Target="../media/image42.png"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About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&amp; Sarah von Grebmer</a:t>
            </a:r>
          </a:p>
        </p:txBody>
      </p:sp>
      <p:sp>
        <p:nvSpPr>
          <p:cNvPr id="4" name="Date Placeholder 3"/>
          <p:cNvSpPr>
            <a:spLocks noGrp="1"/>
          </p:cNvSpPr>
          <p:nvPr>
            <p:ph idx="10" sz="half" type="dt"/>
          </p:nvPr>
        </p:nvSpPr>
        <p:spPr/>
        <p:txBody>
          <a:bodyPr/>
          <a:lstStyle/>
          <a:p>
            <a:pPr lvl="0" indent="0" marL="0">
              <a:buNone/>
            </a:pPr>
            <a:r>
              <a:rPr/>
              <a:t>16/08/2026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pic>
        <p:nvPicPr>
          <p:cNvPr descr="images/cc-by-sa.png" id="0" name="Picture 1"/>
          <p:cNvPicPr>
            <a:picLocks noGrp="1" noChangeAspect="1"/>
          </p:cNvPicPr>
          <p:nvPr/>
        </p:nvPicPr>
        <p:blipFill>
          <a:blip r:embed="rId2"/>
          <a:stretch>
            <a:fillRect/>
          </a:stretch>
        </p:blipFill>
        <p:spPr bwMode="auto">
          <a:xfrm>
            <a:off x="457200" y="1447800"/>
            <a:ext cx="8229600" cy="288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work was originally created by </a:t>
            </a:r>
            <a:r>
              <a:rPr>
                <a:hlinkClick r:id="rId3"/>
              </a:rPr>
              <a:t>Malika Ihle</a:t>
            </a:r>
            <a:r>
              <a:rPr/>
              <a:t> and subsequently adapted by Sarah von Grebmer zu Wolfsthurn and Malika Ihle. This current work licensed under a CC-BY-SA 4.0 </a:t>
            </a:r>
            <a:r>
              <a:rPr>
                <a:hlinkClick r:id="rId4"/>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Ihle, Malika ( </a:t>
            </a:r>
            <a:r>
              <a:rPr>
                <a:hlinkClick r:id="rId3"/>
              </a:rPr>
              <a:t>0000-0002-3242-5981</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 - FIX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About credible and open research</dc:title>
  <dc:creator>Malika Ihle &amp; Sarah von Grebmer</dc:creator>
  <cp:keywords/>
  <dcterms:created xsi:type="dcterms:W3CDTF">2026-08-16T23:19:51Z</dcterms:created>
  <dcterms:modified xsi:type="dcterms:W3CDTF">2026-08-16T23:19:51Z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16/08/2026</vt:lpwstr>
  </property>
  <property fmtid="{D5CDD505-2E9C-101B-9397-08002B2CF9AE}" pid="8" name="date-format">
    <vt:lpwstr>DD/MM/YYYY</vt:lpwstr>
  </property>
  <property fmtid="{D5CDD505-2E9C-101B-9397-08002B2CF9AE}" pid="9" name="draft">
    <vt:lpwstr>True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