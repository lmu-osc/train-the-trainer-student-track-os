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notesMaster" Target="notesMasters/notesMaster1.xml" /><Relationship Id="rId113" Type="http://schemas.openxmlformats.org/officeDocument/2006/relationships/viewProps" Target="viewProps.xml" /><Relationship Id="rId112" Type="http://schemas.openxmlformats.org/officeDocument/2006/relationships/presProps" Target="presProps.xml" /><Relationship Id="rId1" Type="http://schemas.openxmlformats.org/officeDocument/2006/relationships/slideMaster" Target="slideMasters/slideMaster1.xml" /><Relationship Id="rId115" Type="http://schemas.openxmlformats.org/officeDocument/2006/relationships/tableStyles" Target="tableStyles.xml" /><Relationship Id="rId1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submodule</a:t>
            </a:r>
          </a:p>
        </p:txBody>
      </p:sp>
      <p:sp>
        <p:nvSpPr>
          <p:cNvPr id="3" name="Content Placeholder 2"/>
          <p:cNvSpPr>
            <a:spLocks noGrp="1"/>
          </p:cNvSpPr>
          <p:nvPr>
            <p:ph idx="1"/>
          </p:nvPr>
        </p:nvSpPr>
        <p:spPr/>
        <p:txBody>
          <a:bodyPr/>
          <a:lstStyle/>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learners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 - EDIT</a:t>
            </a:r>
          </a:p>
        </p:txBody>
      </p:sp>
      <p:sp>
        <p:nvSpPr>
          <p:cNvPr id="3" name="Content Placeholder 2"/>
          <p:cNvSpPr>
            <a:spLocks noGrp="1"/>
          </p:cNvSpPr>
          <p:nvPr>
            <p:ph idx="1"/>
          </p:nvPr>
        </p:nvSpPr>
        <p:spPr/>
        <p:txBody>
          <a:bodyPr/>
          <a:lstStyle/>
          <a:p>
            <a:pPr lvl="0"/>
            <a:r>
              <a:rPr/>
              <a:t>Topic 1</a:t>
            </a:r>
          </a:p>
          <a:p>
            <a:pPr lvl="0"/>
            <a:r>
              <a:rPr/>
              <a:t>Topic 2</a:t>
            </a:r>
          </a:p>
          <a:p>
            <a:pPr lvl="0"/>
            <a:r>
              <a:rPr/>
              <a:t>Topic 3</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 EDIT</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Verb</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Aim</a:t>
            </a:r>
            <a:r>
              <a:rPr/>
              <a:t>: Introduce key terms and definitions that learners will come across throughout the session.</a:t>
            </a:r>
          </a:p>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 - EDIT</a:t>
            </a:r>
          </a:p>
        </p:txBody>
      </p:sp>
      <p:sp>
        <p:nvSpPr>
          <p:cNvPr id="3" name="Content Placeholder 2"/>
          <p:cNvSpPr>
            <a:spLocks noGrp="1"/>
          </p:cNvSpPr>
          <p:nvPr>
            <p:ph idx="1"/>
          </p:nvPr>
        </p:nvSpPr>
        <p:spPr/>
        <p:txBody>
          <a:bodyPr/>
          <a:lstStyle/>
          <a:p>
            <a:pPr lvl="0" indent="0" marL="1270000">
              <a:buNone/>
            </a:pPr>
            <a:r>
              <a:rPr sz="2000" b="1"/>
              <a:t>Tip with Title</a:t>
            </a:r>
          </a:p>
          <a:p>
            <a:pPr lvl="0" indent="0" marL="1270000">
              <a:buNone/>
            </a:pPr>
            <a:r>
              <a:rPr sz="2000"/>
              <a:t>Add one practical tips or take-home message.</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learning goals</a:t>
            </a:r>
          </a:p>
          <a:p>
            <a:pPr lvl="0"/>
            <a:r>
              <a:rPr/>
              <a:t>☐ Sort out flow</a:t>
            </a:r>
          </a:p>
          <a:p>
            <a:pPr lvl="0"/>
            <a:r>
              <a:rPr/>
              <a:t>☐ Sort out speaker notes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2026-08-13T08:31:40Z</dcterms:created>
  <dcterms:modified xsi:type="dcterms:W3CDTF">2026-08-13T08:31:40Z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