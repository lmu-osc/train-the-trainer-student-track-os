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8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43" autoAdjust="0"/>
    <p:restoredTop sz="94694" autoAdjust="0"/>
  </p:normalViewPr>
  <p:slideViewPr>
    <p:cSldViewPr snapToGrid="0" snapToObjects="1">
      <p:cViewPr varScale="1">
        <p:scale>
          <a:sx n="80" d="100"/>
          <a:sy n="80" d="100"/>
        </p:scale>
        <p:origin x="808" y="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oundRect">
            <a:avLst/>
          </a:prstGeom>
          <a:solidFill>
            <a:srgbClr val="00883A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65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8" name="Grafik 7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34996537-AF38-07F3-EFB9-F03F1650988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200818" y="4800599"/>
            <a:ext cx="861830" cy="27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Test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Hello world!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Still working?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Bildschirmpräsentation (16:9)</PresentationFormat>
  <Paragraphs>6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Test Slides</vt:lpstr>
      <vt:lpstr>Slide 1</vt:lpstr>
      <vt:lpstr>Slide 2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Slides</dc:title>
  <dc:creator>Caterina Sanchez</dc:creator>
  <cp:keywords/>
  <cp:lastModifiedBy>Caterina Sanchez</cp:lastModifiedBy>
  <cp:revision>2</cp:revision>
  <dcterms:created xsi:type="dcterms:W3CDTF">2025-08-04T08:43:15Z</dcterms:created>
  <dcterms:modified xsi:type="dcterms:W3CDTF">2025-08-04T09:14:27Z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