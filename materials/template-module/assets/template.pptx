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3A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550B617-3FCF-62BD-C479-03D4F405B2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4CA716-C506-AD06-D1CD-A5D8FA873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97CBB-DD4D-4BB2-A4C1-6CF54BA215B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16C32D-05AE-EFFC-69F6-FBE025CD82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7D870C-45A1-134C-6D7A-63051590A3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95799-64EE-4B40-A97A-57A911333AF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59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1FFFC-8811-4101-9B7D-DA276F8620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C2588-415A-4C8C-925E-E10752193E2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1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7113C3-7930-AB79-B5FC-6A4A69CAEF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81187"/>
          </a:xfrm>
          <a:prstGeom prst="roundRect">
            <a:avLst/>
          </a:prstGeom>
          <a:solidFill>
            <a:srgbClr val="00883A"/>
          </a:soli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53CB45-0791-B696-AC6C-20736D63B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6105B8-C885-8633-0497-33F6E330B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pic>
        <p:nvPicPr>
          <p:cNvPr id="8" name="Grafik 7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4E81598C-967D-95EA-5014-8BDCD2ADF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  <p:sp>
        <p:nvSpPr>
          <p:cNvPr id="15" name="Foliennummernplatzhalter 8">
            <a:extLst>
              <a:ext uri="{FF2B5EF4-FFF2-40B4-BE49-F238E27FC236}">
                <a16:creationId xmlns:a16="http://schemas.microsoft.com/office/drawing/2014/main" id="{A61F17F3-CBE1-4258-CEC4-417D7ED1A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57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321740-5495-6A6A-8D38-4FD95C263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475"/>
          </a:xfrm>
          <a:prstGeom prst="roundRect">
            <a:avLst/>
          </a:prstGeom>
          <a:solidFill>
            <a:srgbClr val="00883A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280709-B410-CE68-AF82-B99E841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D870C8-9804-BD92-DB36-496CF2C2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8" name="Foliennummernplatzhalter 8">
            <a:extLst>
              <a:ext uri="{FF2B5EF4-FFF2-40B4-BE49-F238E27FC236}">
                <a16:creationId xmlns:a16="http://schemas.microsoft.com/office/drawing/2014/main" id="{E20AB775-B062-4BAE-CBB2-83C4376B8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31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1F89DD-A65B-A98D-5D18-22F8F952A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025"/>
          </a:xfrm>
          <a:prstGeom prst="roundRect">
            <a:avLst/>
          </a:prstGeom>
          <a:solidFill>
            <a:srgbClr val="00883A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A14BE8-487F-0675-33D4-F101A02D6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B728FD-510D-D07E-65A1-28ABDDFD9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8DE67F-144D-1F6B-2D70-650E7B35D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D51277-2905-6402-E584-2FE7642C9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31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AD7114-99DD-6789-ED5E-DD7164D36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55675"/>
          </a:xfrm>
          <a:prstGeom prst="roundRect">
            <a:avLst/>
          </a:prstGeom>
          <a:solidFill>
            <a:srgbClr val="00883A"/>
          </a:solidFill>
        </p:spPr>
        <p:txBody>
          <a:bodyPr/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E98AD7-165D-4B25-5710-68F046C92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5506D2-FC11-DF0A-FF46-FE45A2073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16F95D9-C622-C271-2F92-4E42C2C00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2ACA1B-CC83-C0CC-0607-AAF08F68D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CF66C3-46BC-4536-2CB9-F5E43B063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488BDC9-AF6C-BC84-3702-5B3455CA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9F39B-4C07-4C1E-93AC-948A84D00F8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3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6795136-6EF3-F9DD-6607-3A8B3EFC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5" name="Foliennummernplatzhalter 8">
            <a:extLst>
              <a:ext uri="{FF2B5EF4-FFF2-40B4-BE49-F238E27FC236}">
                <a16:creationId xmlns:a16="http://schemas.microsoft.com/office/drawing/2014/main" id="{89AF3F59-9E4B-2CE0-09D5-F69B10576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E67452-E282-6C35-FA15-70761DD7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6625"/>
          </a:xfrm>
          <a:prstGeom prst="roundRect">
            <a:avLst/>
          </a:prstGeom>
          <a:solidFill>
            <a:srgbClr val="00883A"/>
          </a:solidFill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2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85E092D-9D91-4305-218C-32D78107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  <a:prstGeom prst="roundRect">
            <a:avLst/>
          </a:prstGeom>
          <a:solidFill>
            <a:srgbClr val="00883A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5E42D9-7CA1-2E90-03A7-E55C88902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69A246-142C-3A62-29EB-D6A75EAB2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LMU Open Science Center</a:t>
            </a:r>
          </a:p>
        </p:txBody>
      </p:sp>
      <p:pic>
        <p:nvPicPr>
          <p:cNvPr id="7" name="Grafik 6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7CD7D39C-AC19-4933-6FCE-D896492F6E3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57350C-FCF7-F549-5DFE-08F07761F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57A50-696D-45BF-B196-C5CF71950601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180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1" r:id="rId4"/>
    <p:sldLayoutId id="2147483655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">
  <a:themeElements>
    <a:clrScheme name="Benutzerdefiniert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Caterina Sanchez</dc:creator>
  <cp:lastModifiedBy>Caterina Sanchez</cp:lastModifiedBy>
  <cp:revision>3</cp:revision>
  <dcterms:created xsi:type="dcterms:W3CDTF">2025-07-30T07:12:29Z</dcterms:created>
  <dcterms:modified xsi:type="dcterms:W3CDTF">2025-07-31T04:58:52Z</dcterms:modified>
</cp:coreProperties>
</file>