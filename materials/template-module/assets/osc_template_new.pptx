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  <a:srgbClr val="4F6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980" autoAdjust="0"/>
    <p:restoredTop sz="94660"/>
  </p:normalViewPr>
  <p:slideViewPr>
    <p:cSldViewPr snapToGrid="0">
      <p:cViewPr varScale="1">
        <p:scale>
          <a:sx n="60" d="100"/>
          <a:sy n="60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8CCF6-F57A-42B5-ECBC-B5D1C9B01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oundRect">
            <a:avLst/>
          </a:prstGeom>
          <a:solidFill>
            <a:srgbClr val="00883A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B92922-5421-ED0A-332E-7B0368BD0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510323-3C9D-11E8-A2A5-C4CEB6AF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F487F3-D504-6FB3-7DB3-3FF45D2C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0" y="6356350"/>
            <a:ext cx="2231254" cy="365125"/>
          </a:xfrm>
        </p:spPr>
        <p:txBody>
          <a:bodyPr/>
          <a:lstStyle>
            <a:lvl1pPr algn="l">
              <a:defRPr/>
            </a:lvl1pPr>
          </a:lstStyle>
          <a:p>
            <a:fld id="{8B250AD1-D749-4DA0-AC4A-500BF02A1CF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B437853F-CA93-9AE7-9710-84A4DAA2EE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7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58E66-C3AC-4E3C-F75B-4EED53F8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7E480-32AD-8371-070E-ADF49C060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7BCD7B-94D4-3091-32CB-E1EB06F3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41A93-A5ED-6A2E-88C5-08A30FE0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42972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8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61C30-919D-CBBC-C437-3EB22D7C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190F83-FA10-6325-CB2B-81D5C4324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EEC87B-E3E2-3603-400C-FFA9FD23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6EE1A3-6D65-4B66-AFB1-DA7FFD39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850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6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E429B-240B-9B81-ABC8-83E3CC85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2852E9-E569-ADFA-2899-01F5F91BE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550CCF-9313-CC28-2590-DCA26985A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A47D34-A95B-DFB1-9948-AF368AB4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070A87-E342-0FD1-0431-8F1776EA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05E4-6F54-4705-ACEB-0CB091FA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1F40F4-D4E2-D691-E035-9CC4C6F7D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0A8A89-DF95-8A45-D2FF-45A70B78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3AE4CA-07D5-CFAA-230F-03CABBAE5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F041F6-BE10-71A9-0959-2B42E2046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E19061-296C-8711-B26D-69C68C7D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33DF354-3606-DC27-BE81-F12416B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3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5EA8C9-78ED-A058-2796-7C4EA4F7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8E3756-62D3-4A5B-81A9-A38E252C8A3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AF4F9E-3FD4-3989-9A27-EEE4D9EF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C76D7C-DA52-2EC4-A5D3-8C050474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9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02DB4-53F7-381D-0681-92FDED50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EFE58B-F259-AEEF-D048-DDB40A72F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CC977F-5CE5-02EF-48D6-C4C7EAC9D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6B5DDB-FBB2-1F7F-F15A-9134CC7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5FD523-904C-0711-1CA0-9F39E4DB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4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B51715-B9F2-1A39-D5BA-0FC6F0BE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00883A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DFB7E4-A001-1A98-2FE0-932D9A56D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BED59B-3F54-9B1B-CA78-F96C4B0DD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E4BBC5-4746-0188-6FDA-3394CE8B2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0AD1-D749-4DA0-AC4A-500BF02A1CF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fik 6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171BA0CE-895E-0319-6294-42727D9B83E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7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Caterina Sanchez</dc:creator>
  <cp:lastModifiedBy>Caterina Sanchez</cp:lastModifiedBy>
  <cp:revision>4</cp:revision>
  <dcterms:created xsi:type="dcterms:W3CDTF">2025-07-31T05:23:32Z</dcterms:created>
  <dcterms:modified xsi:type="dcterms:W3CDTF">2025-08-04T06:48:14Z</dcterms:modified>
</cp:coreProperties>
</file>