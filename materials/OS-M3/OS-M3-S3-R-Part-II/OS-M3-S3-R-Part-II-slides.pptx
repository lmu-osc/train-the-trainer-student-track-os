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2026-07-17T11:19:15Z</dcterms:created>
  <dcterms:modified xsi:type="dcterms:W3CDTF">2026-07-17T11:19:15Z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17/07/2026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