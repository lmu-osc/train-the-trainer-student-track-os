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plot(mydata</a:t>
            </a:r>
            <a:r>
              <a:rPr/>
              <a:t>xdata,mydata</a:t>
            </a:r>
            <a:r>
              <a:rPr/>
              <a:t>ydata) to plot(mydata</a:t>
            </a:r>
            <a:r>
              <a:rPr/>
              <a:t>xdata,mydata</a:t>
            </a:r>
            <a:r>
              <a:rPr/>
              <a:t>ydata,col=‘red’)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2026-05-20T06:45:31Z</dcterms:created>
  <dcterms:modified xsi:type="dcterms:W3CDTF">2026-05-20T06:45:31Z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