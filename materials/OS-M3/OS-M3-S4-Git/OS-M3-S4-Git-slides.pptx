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notesMaster" Target="notesMasters/notesMaster1.xml" /><Relationship Id="rId118" Type="http://schemas.openxmlformats.org/officeDocument/2006/relationships/viewProps" Target="viewProps.xml" /><Relationship Id="rId117" Type="http://schemas.openxmlformats.org/officeDocument/2006/relationships/presProps" Target="presProps.xml" /><Relationship Id="rId1" Type="http://schemas.openxmlformats.org/officeDocument/2006/relationships/slideMaster" Target="slideMasters/slideMaster1.xml" /><Relationship Id="rId120" Type="http://schemas.openxmlformats.org/officeDocument/2006/relationships/tableStyles" Target="tableStyles.xml" /><Relationship Id="rId11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plot(mydata</a:t>
            </a:r>
            <a:r>
              <a:rPr/>
              <a:t>xdata,mydata</a:t>
            </a:r>
            <a:r>
              <a:rPr/>
              <a:t>ydata) to plot(mydata</a:t>
            </a:r>
            <a:r>
              <a:rPr/>
              <a:t>xdata,mydata</a:t>
            </a:r>
            <a:r>
              <a:rPr/>
              <a:t>ydata,col=‘red’)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8.xml" /><Relationship Id="rId3"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use Git: Let’s git started!</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3"/>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2026-05-20T06:30:24Z</dcterms:created>
  <dcterms:modified xsi:type="dcterms:W3CDTF">2026-05-20T06:30:24Z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