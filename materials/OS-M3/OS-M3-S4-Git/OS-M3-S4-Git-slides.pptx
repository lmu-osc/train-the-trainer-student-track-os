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slide" Target="slides/slide117.xml" /><Relationship Id="rId119" Type="http://schemas.openxmlformats.org/officeDocument/2006/relationships/notesMaster" Target="notesMasters/notesMaster1.xml" /><Relationship Id="rId121" Type="http://schemas.openxmlformats.org/officeDocument/2006/relationships/viewProps" Target="viewProps.xml" /><Relationship Id="rId120" Type="http://schemas.openxmlformats.org/officeDocument/2006/relationships/presProps" Target="presProps.xml" /><Relationship Id="rId1" Type="http://schemas.openxmlformats.org/officeDocument/2006/relationships/slideMaster" Target="slideMasters/slideMaster1.xml" /><Relationship Id="rId123" Type="http://schemas.openxmlformats.org/officeDocument/2006/relationships/tableStyles" Target="tableStyles.xml" /><Relationship Id="rId12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6.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07.xml" /><Relationship Id="rId1" Type="http://schemas.openxmlformats.org/officeDocument/2006/relationships/notesMaster" Target="../notesMasters/notesMaster1.xml" /></Relationships>
</file>

<file path=ppt/notesSlides/_rels/notesSlide88.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_rels/notesSlide90.xml.rels><?xml version="1.0" encoding="UTF-8"?><Relationships xmlns="http://schemas.openxmlformats.org/package/2006/relationships"><Relationship Id="rId2" Type="http://schemas.openxmlformats.org/officeDocument/2006/relationships/slide" Target="../slides/slide11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licence. With a CC0 licence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basic requirements to follow these slides are a laptop or desktop with admin rights to download and install software, and the latest installations of R and RStudio. Basic knowledge on R and RStudio, ideally as demonstrated through the completion of the two previous submodules R Part I and Part II is also a prerequisite. Specifically, learners are expected to have an intermediate familiarity with R, for example with data wrangling, reshaping, subsetting, plotting and creating basic R functions. Finally, for this submodule, learners will need their own GitHub account, which is free to create on github.com.</a:t>
            </a:r>
          </a:p>
          <a:p>
            <a:pPr lvl="0" indent="0" marL="0">
              <a:buNone/>
            </a:pPr>
          </a:p>
          <a:p>
            <a:pPr lvl="0" indent="0" marL="0">
              <a:buNone/>
            </a:pPr>
            <a:r>
              <a:rPr b="1"/>
              <a:t>Instructor Notes</a:t>
            </a:r>
            <a:r>
              <a:rPr/>
              <a:t>: Before you get started on this submodule with your audience, you need to ensure that the audience fulfills these criteria. </a:t>
            </a:r>
            <a:r>
              <a:rPr b="1"/>
              <a:t>Additional important tip</a:t>
            </a:r>
            <a:r>
              <a:rPr/>
              <a:t>: This submodule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submodule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submodule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pre-submodule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Scan this QR code and select the pre-break survey option. Answer a few questions to check your current understanding of version control and the topics we discussed in this first part of the class.</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submodule.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 is the correct answer: Git is a version control system that helps you track changes, manage versions, and collaborate with others on the same project safely.</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B is the correct answer: Adding an SSH key lets your computer authenticate with GitHub securely, so you can push and pull code without typing your password every time.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106</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107</a:t>
            </a:fld>
            <a:endParaRPr lang="en-US"/>
          </a:p>
        </p:txBody>
      </p:sp>
    </p:spTree>
  </p:cSld>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Scan this QR code and select the finishing survey option.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post-submodule survey serves to examine learners’ current knowledge about the sumodule’s topic.</a:t>
            </a:r>
          </a:p>
          <a:p>
            <a:pPr lvl="0" indent="0" marL="0">
              <a:buNone/>
            </a:pPr>
          </a:p>
          <a:p>
            <a:pPr lvl="0"/>
            <a:r>
              <a:rPr/>
              <a:t>Use identical questions as in the pre-submodule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114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uni-muenchen.de/about_us/coordinator/index.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1-9102-109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5.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jp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git-scm.com/downloads"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brew.sh"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smallstep.com/blog/ssh-agent-explained/" TargetMode="External" /><Relationship Id="rId4" Type="http://schemas.openxmlformats.org/officeDocument/2006/relationships/slide" Target="slide53.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2.xml"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10.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2.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3.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9.xml" /><Relationship Id="rId3" Type="http://schemas.openxmlformats.org/officeDocument/2006/relationships/image" Target="../media/image14.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0.xml" /><Relationship Id="rId3" Type="http://schemas.openxmlformats.org/officeDocument/2006/relationships/image" Target="../media/image15.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6.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17.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19.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0.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2.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3.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2.xml" /><Relationship Id="rId3" Type="http://schemas.openxmlformats.org/officeDocument/2006/relationships/image" Target="../media/image24.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5.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4.xml" /><Relationship Id="rId3" Type="http://schemas.openxmlformats.org/officeDocument/2006/relationships/image" Target="../media/image26.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5.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7.xml" /><Relationship Id="rId3" Type="http://schemas.openxmlformats.org/officeDocument/2006/relationships/image" Target="../media/image27.png" /></Relationships>
</file>

<file path=ppt/slides/_rels/slide9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9.xml" /><Relationship Id="rId3" Type="http://schemas.openxmlformats.org/officeDocument/2006/relationships/image" Target="../media/image29.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8.xm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0.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LMU Open Science Center</a:t>
            </a:r>
          </a:p>
        </p:txBody>
      </p:sp>
      <p:sp>
        <p:nvSpPr>
          <p:cNvPr id="4" name="Date Placeholder 3"/>
          <p:cNvSpPr>
            <a:spLocks noGrp="1"/>
          </p:cNvSpPr>
          <p:nvPr>
            <p:ph idx="10" sz="half" type="dt"/>
          </p:nvPr>
        </p:nvSpPr>
        <p:spPr/>
        <p:txBody>
          <a:bodyPr/>
          <a:lstStyle/>
          <a:p>
            <a:pPr lvl="0" indent="0" marL="0">
              <a:buNone/>
            </a:pPr>
            <a:r>
              <a:rPr/>
              <a:t>26/07/2026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Mike Croucher</a:t>
            </a:r>
            <a:r>
              <a:rPr/>
              <a:t> under a CC-BY-SA 4.0 </a:t>
            </a:r>
            <a:r>
              <a:rPr>
                <a:hlinkClick r:id="rId4"/>
              </a:rPr>
              <a:t>Creative Commons Attribution 4.0 International License</a:t>
            </a:r>
            <a:r>
              <a:rPr/>
              <a:t>. It was subsequently adapted by </a:t>
            </a:r>
            <a:r>
              <a:rPr>
                <a:hlinkClick r:id="rId5"/>
              </a:rPr>
              <a:t>Malika Ihle</a:t>
            </a:r>
            <a:r>
              <a:rPr/>
              <a:t> during her time at Reproducible Research Oxford. This current work by Sarah von Grebmer zu Wolfsthurn, Peter Edelsbrunner, Felix Schönbrodt and Malika Ihle is licensed under a CC-BY-SA 4.0 </a:t>
            </a:r>
            <a:r>
              <a:rPr>
                <a:hlinkClick r:id="rId6"/>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7"/>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Edelsbrunner, Peter (</a:t>
            </a:r>
            <a:r>
              <a:rPr>
                <a:hlinkClick r:id="rId5"/>
              </a:rPr>
              <a:t>0000-0001-9102-1090</a:t>
            </a:r>
            <a:r>
              <a:rPr/>
              <a:t>)</a:t>
            </a:r>
          </a:p>
          <a:p>
            <a:pPr lvl="0" indent="0" marL="0">
              <a:buNone/>
            </a:pPr>
            <a:r>
              <a:rPr b="1"/>
              <a:t>Consultant</a:t>
            </a:r>
            <a:r>
              <a:rPr/>
              <a:t>: Ihle, Malika (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buNone/>
            </a:pP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submodule</a:t>
            </a:r>
          </a:p>
          <a:p>
            <a:pPr lvl="0" indent="0" marL="0">
              <a:buNone/>
            </a:pPr>
            <a:r>
              <a:rPr/>
              <a:t> </a:t>
            </a:r>
          </a:p>
          <a:p>
            <a:pPr lvl="0" indent="0" marL="0">
              <a:buNone/>
            </a:pPr>
            <a:r>
              <a:rPr/>
              <a:t>Any remaining questions about the most recent content and/or practical exercises?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9" end="19"/>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20" end="2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a:t>Brief check-in: </a:t>
            </a:r>
            <a:r>
              <a:rPr b="1"/>
              <a:t>Your Turn!</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OS-M3-S4-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Ready for the next session? 😊</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LMU Open Science Center</dc:creator>
  <cp:keywords/>
  <dcterms:created xsi:type="dcterms:W3CDTF">2026-07-27T00:00:00Z</dcterms:created>
  <dcterms:modified xsi:type="dcterms:W3CDTF">2026-07-27T00:00:00Z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26/07/2026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