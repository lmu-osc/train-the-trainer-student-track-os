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19/03/2026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2026-03-19T10:12:48Z</dcterms:created>
  <dcterms:modified xsi:type="dcterms:W3CDTF">2026-03-19T10:12:48Z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19/03/2026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