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05/04/2026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docuement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to:</a:t>
            </a:r>
          </a:p>
          <a:p>
            <a:pPr lvl="1"/>
            <a:r>
              <a:rPr/>
              <a:t>GitHub Pages</a:t>
            </a:r>
          </a:p>
          <a:p>
            <a:pPr lvl="1"/>
            <a:r>
              <a:rPr/>
              <a:t>A personal website</a:t>
            </a:r>
          </a:p>
          <a:p>
            <a:pPr lvl="1"/>
            <a:r>
              <a:rPr/>
              <a:t>Quarto Pub</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checking it into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2026-04-05T23:37:39Z</dcterms:created>
  <dcterms:modified xsi:type="dcterms:W3CDTF">2026-04-05T23:37:39Z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05/04/2026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