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speaker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11/02/2026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2026-02-11T16:31:32Z</dcterms:created>
  <dcterms:modified xsi:type="dcterms:W3CDTF">2026-02-11T16:31:32Z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11/02/2026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