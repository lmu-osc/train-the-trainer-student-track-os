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22/03/2026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2026-03-22T23:30:55Z</dcterms:created>
  <dcterms:modified xsi:type="dcterms:W3CDTF">2026-03-22T23:30:55Z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22/03/2026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