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04/03/2026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a:t>To </a:t>
            </a:r>
            <a:r>
              <a:rPr b="1"/>
              <a:t>understand</a:t>
            </a:r>
            <a:r>
              <a:rPr/>
              <a:t> the concept of simulations</a:t>
            </a:r>
          </a:p>
          <a:p>
            <a:pPr lvl="0"/>
            <a:r>
              <a:rPr/>
              <a:t>To </a:t>
            </a:r>
            <a:r>
              <a:rPr b="1"/>
              <a:t>explain</a:t>
            </a:r>
            <a:r>
              <a:rPr/>
              <a:t> the purpose of simulations in research</a:t>
            </a:r>
          </a:p>
          <a:p>
            <a:pPr lvl="0"/>
            <a:r>
              <a:rPr/>
              <a:t>To </a:t>
            </a:r>
            <a:r>
              <a:rPr b="1"/>
              <a:t>summarize</a:t>
            </a:r>
            <a:r>
              <a:rPr/>
              <a:t> how simulations support hypothesis testing and experimentation</a:t>
            </a:r>
          </a:p>
          <a:p>
            <a:pPr lvl="0"/>
            <a:r>
              <a:rPr/>
              <a:t>To </a:t>
            </a:r>
            <a:r>
              <a:rPr b="1"/>
              <a:t>perform</a:t>
            </a:r>
            <a:r>
              <a:rPr/>
              <a:t> the simulation process in the context of a fictional experiment</a:t>
            </a:r>
          </a:p>
          <a:p>
            <a:pPr lvl="0"/>
            <a:r>
              <a:rPr/>
              <a:t>To </a:t>
            </a:r>
            <a:r>
              <a:rPr b="1"/>
              <a:t>understand</a:t>
            </a:r>
            <a:r>
              <a:rPr/>
              <a:t> the concept of power analysis</a:t>
            </a:r>
          </a:p>
          <a:p>
            <a:pPr lvl="0"/>
            <a:r>
              <a:rPr/>
              <a:t>To </a:t>
            </a:r>
            <a:r>
              <a:rPr b="1"/>
              <a:t>explain</a:t>
            </a:r>
            <a:r>
              <a:rPr/>
              <a:t> the purpose of power analysis in research</a:t>
            </a:r>
          </a:p>
          <a:p>
            <a:pPr lvl="0"/>
            <a:r>
              <a:rPr/>
              <a:t>To </a:t>
            </a:r>
            <a:r>
              <a:rPr b="1"/>
              <a:t>summarize</a:t>
            </a:r>
            <a:r>
              <a:rPr/>
              <a:t> how power analysis supports hypothesis testing and experimentation</a:t>
            </a:r>
          </a:p>
          <a:p>
            <a:pPr lvl="0"/>
            <a:r>
              <a:rPr/>
              <a:t>To 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a:p>
            <a:pPr lvl="0"/>
            <a:r>
              <a:rPr/>
              <a:t>To </a:t>
            </a:r>
            <a:r>
              <a:rPr b="1"/>
              <a:t>understand</a:t>
            </a:r>
            <a:r>
              <a:rPr/>
              <a:t> the concept of power analysis ✅</a:t>
            </a:r>
          </a:p>
          <a:p>
            <a:pPr lvl="0"/>
            <a:r>
              <a:rPr/>
              <a:t>To </a:t>
            </a:r>
            <a:r>
              <a:rPr b="1"/>
              <a:t>explain</a:t>
            </a:r>
            <a:r>
              <a:rPr/>
              <a:t> the purpose of power analysis in research ✅</a:t>
            </a:r>
          </a:p>
          <a:p>
            <a:pPr lvl="0"/>
            <a:r>
              <a:rPr/>
              <a:t>To </a:t>
            </a:r>
            <a:r>
              <a:rPr b="1"/>
              <a:t>summarize</a:t>
            </a:r>
            <a:r>
              <a:rPr/>
              <a:t> how power analysis supports hypothesis testing and experimentation ✅</a:t>
            </a:r>
          </a:p>
          <a:p>
            <a:pPr lvl="0"/>
            <a:r>
              <a:rPr/>
              <a:t>To 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2026-03-04T16:42:49Z</dcterms:created>
  <dcterms:modified xsi:type="dcterms:W3CDTF">2026-03-04T16:42:49Z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04/03/2026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