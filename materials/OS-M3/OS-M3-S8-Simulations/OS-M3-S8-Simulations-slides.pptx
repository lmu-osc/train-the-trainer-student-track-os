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Tejaswini Sharma</a:t>
            </a:r>
          </a:p>
        </p:txBody>
      </p:sp>
      <p:sp>
        <p:nvSpPr>
          <p:cNvPr id="4" name="Date Placeholder 3"/>
          <p:cNvSpPr>
            <a:spLocks noGrp="1"/>
          </p:cNvSpPr>
          <p:nvPr>
            <p:ph idx="10" sz="half" type="dt"/>
          </p:nvPr>
        </p:nvSpPr>
        <p:spPr/>
        <p:txBody>
          <a:bodyPr/>
          <a:lstStyle/>
          <a:p>
            <a:pPr lvl="0" indent="0" marL="0">
              <a:buNone/>
            </a:pPr>
            <a:r>
              <a:rPr/>
              <a:t>01/03/2026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a:t>To </a:t>
            </a:r>
            <a:r>
              <a:rPr b="1"/>
              <a:t>understand</a:t>
            </a:r>
            <a:r>
              <a:rPr/>
              <a:t> the concept of simulations</a:t>
            </a:r>
          </a:p>
          <a:p>
            <a:pPr lvl="0"/>
            <a:r>
              <a:rPr/>
              <a:t>To </a:t>
            </a:r>
            <a:r>
              <a:rPr b="1"/>
              <a:t>explain</a:t>
            </a:r>
            <a:r>
              <a:rPr/>
              <a:t> the purpose of simulations in research</a:t>
            </a:r>
          </a:p>
          <a:p>
            <a:pPr lvl="0"/>
            <a:r>
              <a:rPr/>
              <a:t>To </a:t>
            </a:r>
            <a:r>
              <a:rPr b="1"/>
              <a:t>summarize</a:t>
            </a:r>
            <a:r>
              <a:rPr/>
              <a:t> how simulations support hypothesis testing and experimentation</a:t>
            </a:r>
          </a:p>
          <a:p>
            <a:pPr lvl="0"/>
            <a:r>
              <a:rPr/>
              <a:t>To </a:t>
            </a:r>
            <a:r>
              <a:rPr b="1"/>
              <a:t>perform</a:t>
            </a:r>
            <a:r>
              <a:rPr/>
              <a:t> the simulation process in the context of a fictional experiment</a:t>
            </a:r>
          </a:p>
          <a:p>
            <a:pPr lvl="0"/>
            <a:r>
              <a:rPr/>
              <a:t>To </a:t>
            </a:r>
            <a:r>
              <a:rPr b="1"/>
              <a:t>understand</a:t>
            </a:r>
            <a:r>
              <a:rPr/>
              <a:t> the concept of power analysis</a:t>
            </a:r>
          </a:p>
          <a:p>
            <a:pPr lvl="0"/>
            <a:r>
              <a:rPr/>
              <a:t>To </a:t>
            </a:r>
            <a:r>
              <a:rPr b="1"/>
              <a:t>explain</a:t>
            </a:r>
            <a:r>
              <a:rPr/>
              <a:t> the purpose of power analysis in research</a:t>
            </a:r>
          </a:p>
          <a:p>
            <a:pPr lvl="0"/>
            <a:r>
              <a:rPr/>
              <a:t>To </a:t>
            </a:r>
            <a:r>
              <a:rPr b="1"/>
              <a:t>summarize</a:t>
            </a:r>
            <a:r>
              <a:rPr/>
              <a:t> how power analysis supports hypothesis testing and experimentation</a:t>
            </a:r>
          </a:p>
          <a:p>
            <a:pPr lvl="0"/>
            <a:r>
              <a:rPr/>
              <a:t>To 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a:t>To </a:t>
            </a:r>
            <a:r>
              <a:rPr b="1"/>
              <a:t>understand</a:t>
            </a:r>
            <a:r>
              <a:rPr/>
              <a:t> the concept of simulations ✅</a:t>
            </a:r>
          </a:p>
          <a:p>
            <a:pPr lvl="0"/>
            <a:r>
              <a:rPr/>
              <a:t>To </a:t>
            </a:r>
            <a:r>
              <a:rPr b="1"/>
              <a:t>explain</a:t>
            </a:r>
            <a:r>
              <a:rPr/>
              <a:t> the purpose of simulations in research ✅</a:t>
            </a:r>
          </a:p>
          <a:p>
            <a:pPr lvl="0"/>
            <a:r>
              <a:rPr/>
              <a:t>To </a:t>
            </a:r>
            <a:r>
              <a:rPr b="1"/>
              <a:t>summarize</a:t>
            </a:r>
            <a:r>
              <a:rPr/>
              <a:t> how simulations support hypothesis testing and experimentation ✅</a:t>
            </a:r>
          </a:p>
          <a:p>
            <a:pPr lvl="0"/>
            <a:r>
              <a:rPr/>
              <a:t>To </a:t>
            </a:r>
            <a:r>
              <a:rPr b="1"/>
              <a:t>perform</a:t>
            </a:r>
            <a:r>
              <a:rPr/>
              <a:t> the simulation process in the context of a fictional experiment ✅</a:t>
            </a:r>
          </a:p>
          <a:p>
            <a:pPr lvl="0"/>
            <a:r>
              <a:rPr/>
              <a:t>To </a:t>
            </a:r>
            <a:r>
              <a:rPr b="1"/>
              <a:t>understand</a:t>
            </a:r>
            <a:r>
              <a:rPr/>
              <a:t> the concept of power analysis ✅</a:t>
            </a:r>
          </a:p>
          <a:p>
            <a:pPr lvl="0"/>
            <a:r>
              <a:rPr/>
              <a:t>To </a:t>
            </a:r>
            <a:r>
              <a:rPr b="1"/>
              <a:t>explain</a:t>
            </a:r>
            <a:r>
              <a:rPr/>
              <a:t> the purpose of power analysis in research ✅</a:t>
            </a:r>
          </a:p>
          <a:p>
            <a:pPr lvl="0"/>
            <a:r>
              <a:rPr/>
              <a:t>To </a:t>
            </a:r>
            <a:r>
              <a:rPr b="1"/>
              <a:t>summarize</a:t>
            </a:r>
            <a:r>
              <a:rPr/>
              <a:t> how power analysis supports hypothesis testing and experimentation ✅</a:t>
            </a:r>
          </a:p>
          <a:p>
            <a:pPr lvl="0"/>
            <a:r>
              <a:rPr/>
              <a:t>To 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2026-03-01T23:25:49Z</dcterms:created>
  <dcterms:modified xsi:type="dcterms:W3CDTF">2026-03-01T23:25:49Z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01/03/2026</vt:lpwstr>
  </property>
  <property fmtid="{D5CDD505-2E9C-101B-9397-08002B2CF9AE}" pid="8" name="date-format">
    <vt:lpwstr>DD/MM/YYYY</vt:lpwstr>
  </property>
  <property fmtid="{D5CDD505-2E9C-101B-9397-08002B2CF9AE}" pid="9" name="execute">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toc-title">
    <vt:lpwstr>Table of contents</vt:lpwstr>
  </property>
</Properties>
</file>