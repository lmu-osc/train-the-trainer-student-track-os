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1-Zoter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2026-01-29T08:34:30Z</dcterms:created>
  <dcterms:modified xsi:type="dcterms:W3CDTF">2026-01-29T08:34:30Z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29/01/2026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