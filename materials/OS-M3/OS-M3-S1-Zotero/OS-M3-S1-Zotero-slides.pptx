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08/02/2026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1-Zotero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2026-02-08T23:33:11Z</dcterms:created>
  <dcterms:modified xsi:type="dcterms:W3CDTF">2026-02-08T23:33:11Z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08/02/2026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